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5300"/>
              <a:t>tensorflow-lite </a:t>
            </a:r>
            <a:r>
              <a:rPr lang="ko-KR" altLang="en-US" sz="5300"/>
              <a:t>기반</a:t>
            </a:r>
            <a:br>
              <a:rPr lang="ko-KR" altLang="en-US" sz="5300"/>
            </a:br>
            <a:r>
              <a:rPr lang="ko-KR" altLang="en-US" sz="5300"/>
              <a:t>냉장고 품목 관리</a:t>
            </a:r>
            <a:br>
              <a:rPr lang="ko-KR" altLang="en-US" sz="5300"/>
            </a:br>
            <a:r>
              <a:rPr lang="ko-KR" altLang="en-US" sz="5300"/>
              <a:t>중간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782408"/>
          </a:xfrm>
        </p:spPr>
        <p:txBody>
          <a:bodyPr>
            <a:normAutofit/>
          </a:bodyPr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/>
              <a:t>2022E8005 </a:t>
            </a:r>
            <a:r>
              <a:rPr lang="ko-KR" altLang="en-US" dirty="0"/>
              <a:t>김유나</a:t>
            </a:r>
          </a:p>
          <a:p>
            <a:pPr lvl="0">
              <a:defRPr/>
            </a:pPr>
            <a:r>
              <a:rPr lang="en-US" altLang="ko-KR" dirty="0"/>
              <a:t>2022E7505 </a:t>
            </a:r>
            <a:r>
              <a:rPr lang="ko-KR" altLang="en-US" dirty="0"/>
              <a:t>김수민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주제선정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2000">
                <a:latin typeface="+mj-ea"/>
                <a:ea typeface="+mj-ea"/>
              </a:rPr>
              <a:t>주제</a:t>
            </a:r>
            <a:r>
              <a:rPr lang="en-US" altLang="ko-KR" sz="2000">
                <a:latin typeface="+mj-ea"/>
                <a:ea typeface="+mj-ea"/>
              </a:rPr>
              <a:t>:</a:t>
            </a:r>
            <a:r>
              <a:rPr lang="ko-KR" altLang="en-US" sz="2000">
                <a:latin typeface="+mj-ea"/>
                <a:ea typeface="+mj-ea"/>
              </a:rPr>
              <a:t>냉장고 물품 관리</a:t>
            </a:r>
          </a:p>
          <a:p>
            <a:pPr marL="0" indent="0" latinLnBrk="0">
              <a:buNone/>
              <a:defRPr/>
            </a:pPr>
            <a:r>
              <a:rPr lang="ko-KR" altLang="en-US" sz="2000">
                <a:latin typeface="+mj-ea"/>
                <a:ea typeface="+mj-ea"/>
              </a:rPr>
              <a:t>이유</a:t>
            </a:r>
            <a:r>
              <a:rPr lang="en-US" altLang="ko-KR" sz="2000">
                <a:latin typeface="+mj-ea"/>
                <a:ea typeface="+mj-ea"/>
              </a:rPr>
              <a:t>:</a:t>
            </a:r>
          </a:p>
          <a:p>
            <a:pPr latinLnBrk="0">
              <a:defRPr/>
            </a:pPr>
            <a:r>
              <a:rPr lang="ko-KR" altLang="en-US" sz="2000">
                <a:latin typeface="+mj-ea"/>
                <a:ea typeface="+mj-ea"/>
              </a:rPr>
              <a:t>냉장고 문을 열어서 유통기한을 확인해야 한다는 번거로움과 냉장고 문을 자주 열면 지구온난화를 가속화한다는 문제점에 주목했다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  <a:p>
            <a:pPr latinLnBrk="0">
              <a:defRPr/>
            </a:pPr>
            <a:r>
              <a:rPr lang="ko-KR" altLang="en-US" sz="2000">
                <a:latin typeface="+mj-ea"/>
                <a:ea typeface="+mj-ea"/>
              </a:rPr>
              <a:t>냉장고 품목 관리 앱을 만들면 냉장고 속 품목과 유통기한을 앱을 통해 확인할 수 있어 편리하고 유통기한이 지나 음식을 낭비하는 일이 없어 환경적으로 도움이 되다는 장점이 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  <a:p>
            <a:pPr lvl="0">
              <a:defRPr/>
            </a:pPr>
            <a:endParaRPr lang="ko-KR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주요기능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000"/>
              <a:t>카메라를 통한 품목 인식</a:t>
            </a:r>
          </a:p>
          <a:p>
            <a:pPr>
              <a:defRPr/>
            </a:pPr>
            <a:r>
              <a:rPr lang="ko-KR" altLang="en-US" sz="2000"/>
              <a:t>해당 품목 유통기한 설정</a:t>
            </a:r>
          </a:p>
          <a:p>
            <a:pPr>
              <a:defRPr/>
            </a:pPr>
            <a:r>
              <a:rPr lang="ko-KR" altLang="en-US" sz="2000"/>
              <a:t>유통기한 임박</a:t>
            </a:r>
            <a:r>
              <a:rPr lang="en-US" altLang="ko-KR" sz="2000"/>
              <a:t>,</a:t>
            </a:r>
            <a:r>
              <a:rPr lang="ko-KR" altLang="en-US" sz="2000"/>
              <a:t> 지난 상품 알람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인식할 품목 선정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000"/>
              <a:t>계란</a:t>
            </a:r>
          </a:p>
          <a:p>
            <a:pPr lvl="0">
              <a:defRPr/>
            </a:pPr>
            <a:r>
              <a:rPr lang="ko-KR" altLang="en-US" sz="2000"/>
              <a:t>닭가슴살</a:t>
            </a:r>
          </a:p>
          <a:p>
            <a:pPr lvl="0">
              <a:defRPr/>
            </a:pPr>
            <a:r>
              <a:rPr lang="ko-KR" altLang="en-US" sz="2000"/>
              <a:t>두부</a:t>
            </a:r>
          </a:p>
          <a:p>
            <a:pPr lvl="0">
              <a:defRPr/>
            </a:pPr>
            <a:r>
              <a:rPr lang="ko-KR" altLang="en-US" sz="2000"/>
              <a:t>버터</a:t>
            </a:r>
          </a:p>
          <a:p>
            <a:pPr lvl="0">
              <a:defRPr/>
            </a:pPr>
            <a:r>
              <a:rPr lang="ko-KR" altLang="en-US" sz="2000"/>
              <a:t>우유</a:t>
            </a:r>
          </a:p>
          <a:p>
            <a:pPr lvl="0">
              <a:defRPr/>
            </a:pPr>
            <a:r>
              <a:rPr lang="ko-KR" altLang="en-US" sz="2000"/>
              <a:t>치즈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92443" y="2221125"/>
            <a:ext cx="6607112" cy="241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이용할 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000" dirty="0">
                <a:latin typeface="+mj-ea"/>
                <a:ea typeface="+mj-ea"/>
              </a:rPr>
              <a:t>안드로이드 스튜디오</a:t>
            </a:r>
            <a:r>
              <a:rPr lang="en-US" altLang="ko-KR" sz="2000" dirty="0">
                <a:latin typeface="+mj-ea"/>
                <a:ea typeface="+mj-ea"/>
              </a:rPr>
              <a:t>(</a:t>
            </a:r>
            <a:r>
              <a:rPr lang="ko-KR" altLang="en-US" sz="2000" dirty="0">
                <a:latin typeface="+mj-ea"/>
                <a:ea typeface="+mj-ea"/>
              </a:rPr>
              <a:t>자바</a:t>
            </a:r>
            <a:r>
              <a:rPr lang="en-US" altLang="ko-KR" sz="2000" dirty="0">
                <a:latin typeface="+mj-ea"/>
                <a:ea typeface="+mj-ea"/>
              </a:rPr>
              <a:t>)</a:t>
            </a:r>
          </a:p>
          <a:p>
            <a:pPr lvl="0">
              <a:defRPr/>
            </a:pPr>
            <a:r>
              <a:rPr lang="en-US" altLang="ko-KR" sz="2000" dirty="0" err="1">
                <a:latin typeface="+mj-ea"/>
                <a:ea typeface="+mj-ea"/>
              </a:rPr>
              <a:t>tensorflow</a:t>
            </a:r>
            <a:r>
              <a:rPr lang="en-US" altLang="ko-KR" sz="2000" dirty="0">
                <a:latin typeface="+mj-ea"/>
                <a:ea typeface="+mj-ea"/>
              </a:rPr>
              <a:t>-lite</a:t>
            </a:r>
          </a:p>
          <a:p>
            <a:pPr marL="0" lvl="0" indent="0">
              <a:buNone/>
              <a:defRPr/>
            </a:pPr>
            <a:endParaRPr lang="en-US" altLang="ko-KR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</a:t>
            </a:r>
            <a:r>
              <a:rPr lang="ko-KR" altLang="en-US"/>
              <a:t>학기 계획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en-US" altLang="ko-KR" b="1" dirty="0">
                <a:latin typeface="+mj-ea"/>
                <a:ea typeface="+mj-ea"/>
              </a:rPr>
              <a:t>&lt;</a:t>
            </a:r>
            <a:r>
              <a:rPr lang="ko-KR" altLang="en-US" b="1" dirty="0">
                <a:latin typeface="+mj-ea"/>
                <a:ea typeface="+mj-ea"/>
              </a:rPr>
              <a:t>지금까지 성과</a:t>
            </a:r>
            <a:r>
              <a:rPr lang="en-US" altLang="ko-KR" b="1" dirty="0">
                <a:latin typeface="+mj-ea"/>
                <a:ea typeface="+mj-ea"/>
              </a:rPr>
              <a:t>&gt;</a:t>
            </a:r>
          </a:p>
          <a:p>
            <a:pPr marL="0" lvl="0" indent="0">
              <a:buNone/>
              <a:defRPr/>
            </a:pPr>
            <a:r>
              <a:rPr lang="ko-KR" altLang="en-US" b="1" dirty="0">
                <a:latin typeface="+mj-ea"/>
                <a:ea typeface="+mj-ea"/>
              </a:rPr>
              <a:t>인식할 품목 사진 준비</a:t>
            </a:r>
          </a:p>
          <a:p>
            <a:pPr marL="0" lvl="0" indent="0">
              <a:buNone/>
              <a:defRPr/>
            </a:pPr>
            <a:r>
              <a:rPr lang="ko-KR" altLang="en-US" b="1" dirty="0">
                <a:latin typeface="+mj-ea"/>
                <a:ea typeface="+mj-ea"/>
              </a:rPr>
              <a:t>인식할 품목 사진 학습</a:t>
            </a:r>
          </a:p>
          <a:p>
            <a:pPr marL="0" lvl="0" indent="0">
              <a:buNone/>
              <a:defRPr/>
            </a:pPr>
            <a:endParaRPr lang="en-US" altLang="ko-KR" b="1" dirty="0">
              <a:latin typeface="+mj-ea"/>
              <a:ea typeface="+mj-ea"/>
            </a:endParaRPr>
          </a:p>
          <a:p>
            <a:pPr marL="0" lvl="0" indent="0">
              <a:buNone/>
              <a:defRPr/>
            </a:pPr>
            <a:r>
              <a:rPr lang="en-US" altLang="ko-KR" b="1" dirty="0">
                <a:latin typeface="+mj-ea"/>
                <a:ea typeface="+mj-ea"/>
              </a:rPr>
              <a:t>&lt;</a:t>
            </a:r>
            <a:r>
              <a:rPr lang="ko-KR" altLang="en-US" b="1" dirty="0">
                <a:latin typeface="+mj-ea"/>
                <a:ea typeface="+mj-ea"/>
              </a:rPr>
              <a:t>향후 계획</a:t>
            </a:r>
            <a:r>
              <a:rPr lang="en-US" altLang="ko-KR" b="1" dirty="0">
                <a:latin typeface="+mj-ea"/>
                <a:ea typeface="+mj-ea"/>
              </a:rPr>
              <a:t>&gt;</a:t>
            </a:r>
          </a:p>
          <a:p>
            <a:pPr marL="0" lvl="0" indent="0">
              <a:buNone/>
              <a:defRPr/>
            </a:pPr>
            <a:r>
              <a:rPr lang="ko-KR" altLang="en-US" b="1" dirty="0">
                <a:latin typeface="+mj-ea"/>
                <a:ea typeface="+mj-ea"/>
              </a:rPr>
              <a:t>인식 코드 수정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 algn="ctr"/>
                <a:r>
                  <a:rPr lang="en-US" altLang="ko-KR" dirty="0"/>
                  <a:t>Q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21474836470000000000" pitchFamily="18" charset="0"/>
                      </a:rPr>
                      <m:t>&amp;</m:t>
                    </m:r>
                  </m:oMath>
                </a14:m>
                <a:r>
                  <a:rPr lang="en-US" dirty="0"/>
                  <a:t>A</a:t>
                </a:r>
                <a:endParaRPr dirty="0"/>
              </a:p>
            </p:txBody>
          </p:sp>
        </mc:Choice>
        <mc:Fallback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b="-22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21474836470000000000"/>
        <a:ea typeface=""/>
        <a:cs typeface=""/>
        <a:font script="Jpan" typeface="メイリオ"/>
        <a:font script="Hang" typeface="맑은 고딕"/>
        <a:font script="Hans" typeface="方正姚体"/>
        <a:font script="Hant" typeface="Microsoft JhengHei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21474836470000000000"/>
        <a:ea typeface=""/>
        <a:cs typeface=""/>
        <a:font script="Jpan" typeface="メイリオ"/>
        <a:font script="Hang" typeface="HY그래픽M"/>
        <a:font script="Hans" typeface="华文新魏"/>
        <a:font script="Hant" typeface="Microsoft JhengHei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</Words>
  <Application>Microsoft Office PowerPoint</Application>
  <PresentationFormat>와이드스크린</PresentationFormat>
  <Paragraphs>31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Cambria Math</vt:lpstr>
      <vt:lpstr>Trebuchet MS</vt:lpstr>
      <vt:lpstr>Wingdings 3</vt:lpstr>
      <vt:lpstr>패싯</vt:lpstr>
      <vt:lpstr>tensorflow-lite 기반 냉장고 품목 관리 중간 발표</vt:lpstr>
      <vt:lpstr>주제선정 이유</vt:lpstr>
      <vt:lpstr>주요기능</vt:lpstr>
      <vt:lpstr>인식할 품목 선정</vt:lpstr>
      <vt:lpstr>이용할 프로그램</vt:lpstr>
      <vt:lpstr>1학기 계획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</dc:title>
  <dc:creator>LISA</dc:creator>
  <cp:lastModifiedBy>user</cp:lastModifiedBy>
  <cp:revision>42</cp:revision>
  <dcterms:created xsi:type="dcterms:W3CDTF">2025-04-15T13:35:15Z</dcterms:created>
  <dcterms:modified xsi:type="dcterms:W3CDTF">2025-05-15T02:13:00Z</dcterms:modified>
  <cp:version>1000.0000.01</cp:version>
</cp:coreProperties>
</file>
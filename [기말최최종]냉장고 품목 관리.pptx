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636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99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81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15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47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17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96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82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3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35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80380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9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/>
          <p:cNvGrpSpPr/>
          <p:nvPr/>
        </p:nvGrpSpPr>
        <p:grpSpPr>
          <a:xfrm rot="0">
            <a:off x="171451" y="209549"/>
            <a:ext cx="11884959" cy="6478123"/>
            <a:chOff x="171451" y="209549"/>
            <a:chExt cx="11884959" cy="6478123"/>
          </a:xfrm>
        </p:grpSpPr>
        <p:sp>
          <p:nvSpPr>
            <p:cNvPr id="6" name="사각형: 둥근 모서리 5"/>
            <p:cNvSpPr/>
            <p:nvPr/>
          </p:nvSpPr>
          <p:spPr>
            <a:xfrm>
              <a:off x="412378" y="344022"/>
              <a:ext cx="11644032" cy="6343650"/>
            </a:xfrm>
            <a:prstGeom prst="roundRect">
              <a:avLst>
                <a:gd name="adj" fmla="val 2744"/>
              </a:avLst>
            </a:prstGeom>
            <a:solidFill>
              <a:srgbClr val="1f3d33"/>
            </a:solidFill>
            <a:ln w="25400">
              <a:solidFill>
                <a:srgbClr val="1636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사각형: 둥근 모서리 6"/>
            <p:cNvSpPr/>
            <p:nvPr/>
          </p:nvSpPr>
          <p:spPr>
            <a:xfrm>
              <a:off x="171451" y="209549"/>
              <a:ext cx="11849098" cy="6429375"/>
            </a:xfrm>
            <a:prstGeom prst="roundRect">
              <a:avLst>
                <a:gd name="adj" fmla="val 2648"/>
              </a:avLst>
            </a:prstGeom>
            <a:solidFill>
              <a:schemeClr val="bg1"/>
            </a:solidFill>
            <a:ln w="25400">
              <a:solidFill>
                <a:srgbClr val="1636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anchor="ctr"/>
            <a:lstStyle/>
            <a:p>
              <a:pPr marL="0" lvl="2" algn="ctr">
                <a:defRPr/>
              </a:pPr>
              <a:r>
                <a:rPr lang="ko-KR" altLang="en-US" sz="6600" b="1" kern="0">
                  <a:solidFill>
                    <a:srgbClr val="ff8356"/>
                  </a:solidFill>
                  <a:latin typeface="Tmon몬소리 Black"/>
                  <a:ea typeface="Tmon몬소리 Black"/>
                </a:rPr>
                <a:t>냉장고 품목 관리</a:t>
              </a:r>
              <a:endParaRPr lang="ko-KR" altLang="en-US" sz="6600" b="1" kern="0">
                <a:solidFill>
                  <a:srgbClr val="ff8356"/>
                </a:solidFill>
                <a:latin typeface="Tmon몬소리 Black"/>
                <a:ea typeface="Tmon몬소리 Black"/>
              </a:endParaRPr>
            </a:p>
            <a:p>
              <a:pPr marL="0" lvl="2" algn="ctr">
                <a:defRPr/>
              </a:pPr>
              <a:r>
                <a:rPr lang="ko-KR" altLang="en-US" sz="2000" i="1" kern="0">
                  <a:solidFill>
                    <a:srgbClr val="ff8356"/>
                  </a:solidFill>
                </a:rPr>
                <a:t>                                                  </a:t>
              </a:r>
              <a:r>
                <a:rPr lang="ko-KR" altLang="en-US" sz="2100" kern="0">
                  <a:solidFill>
                    <a:srgbClr val="ff8356"/>
                  </a:solidFill>
                </a:rPr>
                <a:t>졸업하고싶조</a:t>
              </a:r>
              <a:endParaRPr lang="ko-KR" altLang="en-US" sz="2100" kern="0">
                <a:solidFill>
                  <a:srgbClr val="ff8356"/>
                </a:solidFill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 rot="0">
            <a:off x="60515" y="245772"/>
            <a:ext cx="509038" cy="6336000"/>
            <a:chOff x="60515" y="245772"/>
            <a:chExt cx="509038" cy="6336000"/>
          </a:xfrm>
        </p:grpSpPr>
        <p:sp>
          <p:nvSpPr>
            <p:cNvPr id="53" name="사각형: 둥근 위쪽 모서리 52"/>
            <p:cNvSpPr/>
            <p:nvPr/>
          </p:nvSpPr>
          <p:spPr>
            <a:xfrm rot="16200000">
              <a:off x="-2778447" y="3233772"/>
              <a:ext cx="6336000" cy="360000"/>
            </a:xfrm>
            <a:prstGeom prst="round2SameRect">
              <a:avLst>
                <a:gd name="adj1" fmla="val 38889"/>
                <a:gd name="adj2" fmla="val 0"/>
              </a:avLst>
            </a:prstGeom>
            <a:solidFill>
              <a:srgbClr val="f7f3ef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54" name="그룹 53"/>
            <p:cNvGrpSpPr/>
            <p:nvPr/>
          </p:nvGrpSpPr>
          <p:grpSpPr>
            <a:xfrm rot="0">
              <a:off x="60515" y="461964"/>
              <a:ext cx="391923" cy="5942734"/>
              <a:chOff x="60515" y="528639"/>
              <a:chExt cx="391923" cy="5942734"/>
            </a:xfrm>
          </p:grpSpPr>
          <p:grpSp>
            <p:nvGrpSpPr>
              <p:cNvPr id="10" name="그룹 9"/>
              <p:cNvGrpSpPr/>
              <p:nvPr/>
            </p:nvGrpSpPr>
            <p:grpSpPr>
              <a:xfrm rot="0">
                <a:off x="60515" y="528639"/>
                <a:ext cx="391923" cy="152119"/>
                <a:chOff x="60515" y="528639"/>
                <a:chExt cx="391923" cy="152119"/>
              </a:xfrm>
            </p:grpSpPr>
            <p:sp>
              <p:nvSpPr>
                <p:cNvPr id="8" name="타원 7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9" name="사각형: 둥근 모서리 8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1" name="그룹 10"/>
              <p:cNvGrpSpPr/>
              <p:nvPr/>
            </p:nvGrpSpPr>
            <p:grpSpPr>
              <a:xfrm rot="0">
                <a:off x="60515" y="942254"/>
                <a:ext cx="391923" cy="152119"/>
                <a:chOff x="60515" y="528639"/>
                <a:chExt cx="391923" cy="152119"/>
              </a:xfrm>
            </p:grpSpPr>
            <p:sp>
              <p:nvSpPr>
                <p:cNvPr id="12" name="타원 11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" name="사각형: 둥근 모서리 12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4" name="그룹 13"/>
              <p:cNvGrpSpPr/>
              <p:nvPr/>
            </p:nvGrpSpPr>
            <p:grpSpPr>
              <a:xfrm rot="0">
                <a:off x="60515" y="1355869"/>
                <a:ext cx="391923" cy="152119"/>
                <a:chOff x="60515" y="528639"/>
                <a:chExt cx="391923" cy="152119"/>
              </a:xfrm>
            </p:grpSpPr>
            <p:sp>
              <p:nvSpPr>
                <p:cNvPr id="15" name="타원 14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" name="사각형: 둥근 모서리 15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7" name="그룹 16"/>
              <p:cNvGrpSpPr/>
              <p:nvPr/>
            </p:nvGrpSpPr>
            <p:grpSpPr>
              <a:xfrm rot="0">
                <a:off x="60515" y="1769484"/>
                <a:ext cx="391923" cy="152119"/>
                <a:chOff x="60515" y="528639"/>
                <a:chExt cx="391923" cy="152119"/>
              </a:xfrm>
            </p:grpSpPr>
            <p:sp>
              <p:nvSpPr>
                <p:cNvPr id="18" name="타원 17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" name="사각형: 둥근 모서리 18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20" name="그룹 19"/>
              <p:cNvGrpSpPr/>
              <p:nvPr/>
            </p:nvGrpSpPr>
            <p:grpSpPr>
              <a:xfrm rot="0">
                <a:off x="60515" y="2183099"/>
                <a:ext cx="391923" cy="152119"/>
                <a:chOff x="60515" y="528639"/>
                <a:chExt cx="391923" cy="152119"/>
              </a:xfrm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" name="사각형: 둥근 모서리 21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23" name="그룹 22"/>
              <p:cNvGrpSpPr/>
              <p:nvPr/>
            </p:nvGrpSpPr>
            <p:grpSpPr>
              <a:xfrm rot="0">
                <a:off x="60515" y="2596714"/>
                <a:ext cx="391923" cy="152119"/>
                <a:chOff x="60515" y="528639"/>
                <a:chExt cx="391923" cy="152119"/>
              </a:xfrm>
            </p:grpSpPr>
            <p:sp>
              <p:nvSpPr>
                <p:cNvPr id="24" name="타원 23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" name="사각형: 둥근 모서리 24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26" name="그룹 25"/>
              <p:cNvGrpSpPr/>
              <p:nvPr/>
            </p:nvGrpSpPr>
            <p:grpSpPr>
              <a:xfrm rot="0">
                <a:off x="60515" y="3010329"/>
                <a:ext cx="391923" cy="152119"/>
                <a:chOff x="60515" y="528639"/>
                <a:chExt cx="391923" cy="152119"/>
              </a:xfrm>
            </p:grpSpPr>
            <p:sp>
              <p:nvSpPr>
                <p:cNvPr id="27" name="타원 26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" name="사각형: 둥근 모서리 27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29" name="그룹 28"/>
              <p:cNvGrpSpPr/>
              <p:nvPr/>
            </p:nvGrpSpPr>
            <p:grpSpPr>
              <a:xfrm rot="0">
                <a:off x="60515" y="3423944"/>
                <a:ext cx="391923" cy="152119"/>
                <a:chOff x="60515" y="528639"/>
                <a:chExt cx="391923" cy="152119"/>
              </a:xfrm>
            </p:grpSpPr>
            <p:sp>
              <p:nvSpPr>
                <p:cNvPr id="30" name="타원 29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1" name="사각형: 둥근 모서리 30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 rot="0">
                <a:off x="60515" y="3837559"/>
                <a:ext cx="391923" cy="152119"/>
                <a:chOff x="60515" y="528639"/>
                <a:chExt cx="391923" cy="152119"/>
              </a:xfrm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4" name="사각형: 둥근 모서리 33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35" name="그룹 34"/>
              <p:cNvGrpSpPr/>
              <p:nvPr/>
            </p:nvGrpSpPr>
            <p:grpSpPr>
              <a:xfrm rot="0">
                <a:off x="60515" y="4251174"/>
                <a:ext cx="391923" cy="152119"/>
                <a:chOff x="60515" y="528639"/>
                <a:chExt cx="391923" cy="152119"/>
              </a:xfrm>
            </p:grpSpPr>
            <p:sp>
              <p:nvSpPr>
                <p:cNvPr id="36" name="타원 35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7" name="사각형: 둥근 모서리 36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38" name="그룹 37"/>
              <p:cNvGrpSpPr/>
              <p:nvPr/>
            </p:nvGrpSpPr>
            <p:grpSpPr>
              <a:xfrm rot="0">
                <a:off x="60515" y="4664789"/>
                <a:ext cx="391923" cy="152119"/>
                <a:chOff x="60515" y="528639"/>
                <a:chExt cx="391923" cy="152119"/>
              </a:xfrm>
            </p:grpSpPr>
            <p:sp>
              <p:nvSpPr>
                <p:cNvPr id="39" name="타원 38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0" name="사각형: 둥근 모서리 39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41" name="그룹 40"/>
              <p:cNvGrpSpPr/>
              <p:nvPr/>
            </p:nvGrpSpPr>
            <p:grpSpPr>
              <a:xfrm rot="0">
                <a:off x="60515" y="5078404"/>
                <a:ext cx="391923" cy="152119"/>
                <a:chOff x="60515" y="528639"/>
                <a:chExt cx="391923" cy="152119"/>
              </a:xfrm>
            </p:grpSpPr>
            <p:sp>
              <p:nvSpPr>
                <p:cNvPr id="42" name="타원 41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3" name="사각형: 둥근 모서리 42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44" name="그룹 43"/>
              <p:cNvGrpSpPr/>
              <p:nvPr/>
            </p:nvGrpSpPr>
            <p:grpSpPr>
              <a:xfrm rot="0">
                <a:off x="60515" y="5492019"/>
                <a:ext cx="391923" cy="152119"/>
                <a:chOff x="60515" y="528639"/>
                <a:chExt cx="391923" cy="152119"/>
              </a:xfrm>
            </p:grpSpPr>
            <p:sp>
              <p:nvSpPr>
                <p:cNvPr id="45" name="타원 44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6" name="사각형: 둥근 모서리 45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47" name="그룹 46"/>
              <p:cNvGrpSpPr/>
              <p:nvPr/>
            </p:nvGrpSpPr>
            <p:grpSpPr>
              <a:xfrm rot="0">
                <a:off x="60515" y="5905634"/>
                <a:ext cx="391923" cy="152119"/>
                <a:chOff x="60515" y="528639"/>
                <a:chExt cx="391923" cy="152119"/>
              </a:xfrm>
            </p:grpSpPr>
            <p:sp>
              <p:nvSpPr>
                <p:cNvPr id="48" name="타원 47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9" name="사각형: 둥근 모서리 48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50" name="그룹 49"/>
              <p:cNvGrpSpPr/>
              <p:nvPr/>
            </p:nvGrpSpPr>
            <p:grpSpPr>
              <a:xfrm rot="0">
                <a:off x="60515" y="6319254"/>
                <a:ext cx="391923" cy="152119"/>
                <a:chOff x="60515" y="528639"/>
                <a:chExt cx="391923" cy="152119"/>
              </a:xfrm>
            </p:grpSpPr>
            <p:sp>
              <p:nvSpPr>
                <p:cNvPr id="51" name="타원 50"/>
                <p:cNvSpPr/>
                <p:nvPr/>
              </p:nvSpPr>
              <p:spPr>
                <a:xfrm>
                  <a:off x="300319" y="528639"/>
                  <a:ext cx="152119" cy="152119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52" name="사각형: 둥근 모서리 51"/>
                <p:cNvSpPr/>
                <p:nvPr/>
              </p:nvSpPr>
              <p:spPr>
                <a:xfrm>
                  <a:off x="60515" y="568698"/>
                  <a:ext cx="324000" cy="72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6051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주제선정 이유 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55" name="직사각형 154"/>
          <p:cNvSpPr/>
          <p:nvPr/>
        </p:nvSpPr>
        <p:spPr>
          <a:xfrm>
            <a:off x="8023924" y="1946459"/>
            <a:ext cx="3138186" cy="451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067180" y="4073895"/>
            <a:ext cx="3138186" cy="448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87502" y="1549720"/>
            <a:ext cx="10216994" cy="424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냉장고 문을 열어서 유통기한을 일일이 확인해야 한다는 번거로움과 냉장고 문을 자주 열면 지구온난화를 가속화 한다는 문제점에 주목했다</a:t>
            </a:r>
            <a:r>
              <a:rPr lang="en-US" altLang="ko-KR" sz="2400">
                <a:solidFill>
                  <a:schemeClr val="dk1"/>
                </a:solidFill>
              </a:rPr>
              <a:t>.</a:t>
            </a: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냉장고 품목 관리 앱을 만들면 앱을 통해 유통기한과 냉장고 속 품목을 알 수 있어 편리하고 유통기한이 지나 음식을 낭비하는 일이 없어 환경적으로 도움이 된다</a:t>
            </a:r>
            <a:r>
              <a:rPr lang="en-US" altLang="ko-KR" sz="2400">
                <a:solidFill>
                  <a:schemeClr val="dk1"/>
                </a:solidFill>
              </a:rPr>
              <a:t>.</a:t>
            </a:r>
            <a:endParaRPr lang="en-US" altLang="ko-KR" sz="2400" b="1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8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57915" y="4153408"/>
            <a:ext cx="3138186" cy="31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6051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주요기능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3" name="사각형: 둥근 위쪽 모서리 6"/>
          <p:cNvSpPr/>
          <p:nvPr/>
        </p:nvSpPr>
        <p:spPr>
          <a:xfrm>
            <a:off x="1333705" y="1854928"/>
            <a:ext cx="2703409" cy="2354309"/>
          </a:xfrm>
          <a:prstGeom prst="round2SameRect">
            <a:avLst>
              <a:gd name="adj1" fmla="val 2629"/>
              <a:gd name="adj2" fmla="val 1833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dist="63500" dir="30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2400" kern="0">
                <a:solidFill>
                  <a:prstClr val="black">
                    <a:lumMod val="75000"/>
                    <a:lumOff val="25000"/>
                  </a:prstClr>
                </a:solidFill>
              </a:rPr>
              <a:t>카메라를 통한 품목 인식</a:t>
            </a:r>
            <a:endParaRPr lang="ko-KR" altLang="en-US" sz="2400" ker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사각형: 둥근 위쪽 모서리 5"/>
          <p:cNvSpPr/>
          <p:nvPr/>
        </p:nvSpPr>
        <p:spPr>
          <a:xfrm>
            <a:off x="1333705" y="1854928"/>
            <a:ext cx="2703408" cy="33157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8d8ca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atinLnBrk="0">
              <a:defRPr/>
            </a:pPr>
            <a:endParaRPr lang="ko-KR" altLang="en-US" sz="4000" ker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57" name="그룹 56"/>
          <p:cNvGrpSpPr/>
          <p:nvPr/>
        </p:nvGrpSpPr>
        <p:grpSpPr>
          <a:xfrm rot="0">
            <a:off x="3004963" y="1951290"/>
            <a:ext cx="893823" cy="138845"/>
            <a:chOff x="5455269" y="2543608"/>
            <a:chExt cx="893823" cy="138845"/>
          </a:xfrm>
        </p:grpSpPr>
        <p:sp>
          <p:nvSpPr>
            <p:cNvPr id="58" name="Freeform 9"/>
            <p:cNvSpPr/>
            <p:nvPr/>
          </p:nvSpPr>
          <p:spPr>
            <a:xfrm>
              <a:off x="5856911" y="2543608"/>
              <a:ext cx="105211" cy="138845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6"/>
            <p:cNvSpPr/>
            <p:nvPr/>
          </p:nvSpPr>
          <p:spPr>
            <a:xfrm rot="10800000" flipH="1" flipV="1">
              <a:off x="6220991" y="2556243"/>
              <a:ext cx="128101" cy="113574"/>
            </a:xfrm>
            <a:custGeom>
              <a:avLst/>
              <a:gdLst>
                <a:gd name="T0" fmla="*/ 2689 w 3491"/>
                <a:gd name="T1" fmla="*/ 15 h 3097"/>
                <a:gd name="T2" fmla="*/ 2963 w 3491"/>
                <a:gd name="T3" fmla="*/ 108 h 3097"/>
                <a:gd name="T4" fmla="*/ 3204 w 3491"/>
                <a:gd name="T5" fmla="*/ 281 h 3097"/>
                <a:gd name="T6" fmla="*/ 3382 w 3491"/>
                <a:gd name="T7" fmla="*/ 518 h 3097"/>
                <a:gd name="T8" fmla="*/ 3475 w 3491"/>
                <a:gd name="T9" fmla="*/ 786 h 3097"/>
                <a:gd name="T10" fmla="*/ 3486 w 3491"/>
                <a:gd name="T11" fmla="*/ 1066 h 3097"/>
                <a:gd name="T12" fmla="*/ 3413 w 3491"/>
                <a:gd name="T13" fmla="*/ 1339 h 3097"/>
                <a:gd name="T14" fmla="*/ 3256 w 3491"/>
                <a:gd name="T15" fmla="*/ 1586 h 3097"/>
                <a:gd name="T16" fmla="*/ 1965 w 3491"/>
                <a:gd name="T17" fmla="*/ 2838 h 3097"/>
                <a:gd name="T18" fmla="*/ 1873 w 3491"/>
                <a:gd name="T19" fmla="*/ 2828 h 3097"/>
                <a:gd name="T20" fmla="*/ 1821 w 3491"/>
                <a:gd name="T21" fmla="*/ 2749 h 3097"/>
                <a:gd name="T22" fmla="*/ 1853 w 3491"/>
                <a:gd name="T23" fmla="*/ 2662 h 3097"/>
                <a:gd name="T24" fmla="*/ 3153 w 3491"/>
                <a:gd name="T25" fmla="*/ 1355 h 3097"/>
                <a:gd name="T26" fmla="*/ 3242 w 3491"/>
                <a:gd name="T27" fmla="*/ 1126 h 3097"/>
                <a:gd name="T28" fmla="*/ 3253 w 3491"/>
                <a:gd name="T29" fmla="*/ 885 h 3097"/>
                <a:gd name="T30" fmla="*/ 3183 w 3491"/>
                <a:gd name="T31" fmla="*/ 653 h 3097"/>
                <a:gd name="T32" fmla="*/ 3035 w 3491"/>
                <a:gd name="T33" fmla="*/ 448 h 3097"/>
                <a:gd name="T34" fmla="*/ 2825 w 3491"/>
                <a:gd name="T35" fmla="*/ 301 h 3097"/>
                <a:gd name="T36" fmla="*/ 2586 w 3491"/>
                <a:gd name="T37" fmla="*/ 234 h 3097"/>
                <a:gd name="T38" fmla="*/ 2340 w 3491"/>
                <a:gd name="T39" fmla="*/ 243 h 3097"/>
                <a:gd name="T40" fmla="*/ 2108 w 3491"/>
                <a:gd name="T41" fmla="*/ 331 h 3097"/>
                <a:gd name="T42" fmla="*/ 378 w 3491"/>
                <a:gd name="T43" fmla="*/ 1972 h 3097"/>
                <a:gd name="T44" fmla="*/ 258 w 3491"/>
                <a:gd name="T45" fmla="*/ 2149 h 3097"/>
                <a:gd name="T46" fmla="*/ 218 w 3491"/>
                <a:gd name="T47" fmla="*/ 2350 h 3097"/>
                <a:gd name="T48" fmla="*/ 258 w 3491"/>
                <a:gd name="T49" fmla="*/ 2551 h 3097"/>
                <a:gd name="T50" fmla="*/ 378 w 3491"/>
                <a:gd name="T51" fmla="*/ 2728 h 3097"/>
                <a:gd name="T52" fmla="*/ 558 w 3491"/>
                <a:gd name="T53" fmla="*/ 2846 h 3097"/>
                <a:gd name="T54" fmla="*/ 763 w 3491"/>
                <a:gd name="T55" fmla="*/ 2885 h 3097"/>
                <a:gd name="T56" fmla="*/ 968 w 3491"/>
                <a:gd name="T57" fmla="*/ 2846 h 3097"/>
                <a:gd name="T58" fmla="*/ 1149 w 3491"/>
                <a:gd name="T59" fmla="*/ 2728 h 3097"/>
                <a:gd name="T60" fmla="*/ 2809 w 3491"/>
                <a:gd name="T61" fmla="*/ 1091 h 3097"/>
                <a:gd name="T62" fmla="*/ 2837 w 3491"/>
                <a:gd name="T63" fmla="*/ 942 h 3097"/>
                <a:gd name="T64" fmla="*/ 2791 w 3491"/>
                <a:gd name="T65" fmla="*/ 797 h 3097"/>
                <a:gd name="T66" fmla="*/ 2677 w 3491"/>
                <a:gd name="T67" fmla="*/ 685 h 3097"/>
                <a:gd name="T68" fmla="*/ 2528 w 3491"/>
                <a:gd name="T69" fmla="*/ 641 h 3097"/>
                <a:gd name="T70" fmla="*/ 2377 w 3491"/>
                <a:gd name="T71" fmla="*/ 668 h 3097"/>
                <a:gd name="T72" fmla="*/ 1082 w 3491"/>
                <a:gd name="T73" fmla="*/ 1906 h 3097"/>
                <a:gd name="T74" fmla="*/ 992 w 3491"/>
                <a:gd name="T75" fmla="*/ 1937 h 3097"/>
                <a:gd name="T76" fmla="*/ 911 w 3491"/>
                <a:gd name="T77" fmla="*/ 1887 h 3097"/>
                <a:gd name="T78" fmla="*/ 900 w 3491"/>
                <a:gd name="T79" fmla="*/ 1796 h 3097"/>
                <a:gd name="T80" fmla="*/ 2165 w 3491"/>
                <a:gd name="T81" fmla="*/ 546 h 3097"/>
                <a:gd name="T82" fmla="*/ 2354 w 3491"/>
                <a:gd name="T83" fmla="*/ 449 h 3097"/>
                <a:gd name="T84" fmla="*/ 2562 w 3491"/>
                <a:gd name="T85" fmla="*/ 429 h 3097"/>
                <a:gd name="T86" fmla="*/ 2763 w 3491"/>
                <a:gd name="T87" fmla="*/ 488 h 3097"/>
                <a:gd name="T88" fmla="*/ 2932 w 3491"/>
                <a:gd name="T89" fmla="*/ 623 h 3097"/>
                <a:gd name="T90" fmla="*/ 3032 w 3491"/>
                <a:gd name="T91" fmla="*/ 809 h 3097"/>
                <a:gd name="T92" fmla="*/ 3053 w 3491"/>
                <a:gd name="T93" fmla="*/ 1012 h 3097"/>
                <a:gd name="T94" fmla="*/ 2993 w 3491"/>
                <a:gd name="T95" fmla="*/ 1209 h 3097"/>
                <a:gd name="T96" fmla="*/ 1303 w 3491"/>
                <a:gd name="T97" fmla="*/ 2879 h 3097"/>
                <a:gd name="T98" fmla="*/ 1094 w 3491"/>
                <a:gd name="T99" fmla="*/ 3025 h 3097"/>
                <a:gd name="T100" fmla="*/ 855 w 3491"/>
                <a:gd name="T101" fmla="*/ 3092 h 3097"/>
                <a:gd name="T102" fmla="*/ 609 w 3491"/>
                <a:gd name="T103" fmla="*/ 3083 h 3097"/>
                <a:gd name="T104" fmla="*/ 377 w 3491"/>
                <a:gd name="T105" fmla="*/ 2995 h 3097"/>
                <a:gd name="T106" fmla="*/ 178 w 3491"/>
                <a:gd name="T107" fmla="*/ 2832 h 3097"/>
                <a:gd name="T108" fmla="*/ 51 w 3491"/>
                <a:gd name="T109" fmla="*/ 2617 h 3097"/>
                <a:gd name="T110" fmla="*/ 0 w 3491"/>
                <a:gd name="T111" fmla="*/ 2381 h 3097"/>
                <a:gd name="T112" fmla="*/ 30 w 3491"/>
                <a:gd name="T113" fmla="*/ 2141 h 3097"/>
                <a:gd name="T114" fmla="*/ 139 w 3491"/>
                <a:gd name="T115" fmla="*/ 1920 h 3097"/>
                <a:gd name="T116" fmla="*/ 1872 w 3491"/>
                <a:gd name="T117" fmla="*/ 230 h 3097"/>
                <a:gd name="T118" fmla="*/ 2123 w 3491"/>
                <a:gd name="T119" fmla="*/ 76 h 3097"/>
                <a:gd name="T120" fmla="*/ 2402 w 3491"/>
                <a:gd name="T121" fmla="*/ 5 h 309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91" h="3097">
                  <a:moveTo>
                    <a:pt x="2474" y="0"/>
                  </a:moveTo>
                  <a:lnTo>
                    <a:pt x="2546" y="0"/>
                  </a:lnTo>
                  <a:lnTo>
                    <a:pt x="2618" y="5"/>
                  </a:lnTo>
                  <a:lnTo>
                    <a:pt x="2689" y="15"/>
                  </a:lnTo>
                  <a:lnTo>
                    <a:pt x="2758" y="31"/>
                  </a:lnTo>
                  <a:lnTo>
                    <a:pt x="2828" y="51"/>
                  </a:lnTo>
                  <a:lnTo>
                    <a:pt x="2896" y="76"/>
                  </a:lnTo>
                  <a:lnTo>
                    <a:pt x="2963" y="108"/>
                  </a:lnTo>
                  <a:lnTo>
                    <a:pt x="3026" y="143"/>
                  </a:lnTo>
                  <a:lnTo>
                    <a:pt x="3088" y="183"/>
                  </a:lnTo>
                  <a:lnTo>
                    <a:pt x="3147" y="230"/>
                  </a:lnTo>
                  <a:lnTo>
                    <a:pt x="3204" y="281"/>
                  </a:lnTo>
                  <a:lnTo>
                    <a:pt x="3256" y="336"/>
                  </a:lnTo>
                  <a:lnTo>
                    <a:pt x="3303" y="394"/>
                  </a:lnTo>
                  <a:lnTo>
                    <a:pt x="3345" y="455"/>
                  </a:lnTo>
                  <a:lnTo>
                    <a:pt x="3382" y="518"/>
                  </a:lnTo>
                  <a:lnTo>
                    <a:pt x="3413" y="582"/>
                  </a:lnTo>
                  <a:lnTo>
                    <a:pt x="3439" y="650"/>
                  </a:lnTo>
                  <a:lnTo>
                    <a:pt x="3460" y="717"/>
                  </a:lnTo>
                  <a:lnTo>
                    <a:pt x="3475" y="786"/>
                  </a:lnTo>
                  <a:lnTo>
                    <a:pt x="3486" y="856"/>
                  </a:lnTo>
                  <a:lnTo>
                    <a:pt x="3491" y="926"/>
                  </a:lnTo>
                  <a:lnTo>
                    <a:pt x="3491" y="996"/>
                  </a:lnTo>
                  <a:lnTo>
                    <a:pt x="3486" y="1066"/>
                  </a:lnTo>
                  <a:lnTo>
                    <a:pt x="3475" y="1136"/>
                  </a:lnTo>
                  <a:lnTo>
                    <a:pt x="3460" y="1205"/>
                  </a:lnTo>
                  <a:lnTo>
                    <a:pt x="3439" y="1273"/>
                  </a:lnTo>
                  <a:lnTo>
                    <a:pt x="3413" y="1339"/>
                  </a:lnTo>
                  <a:lnTo>
                    <a:pt x="3382" y="1404"/>
                  </a:lnTo>
                  <a:lnTo>
                    <a:pt x="3345" y="1467"/>
                  </a:lnTo>
                  <a:lnTo>
                    <a:pt x="3303" y="1528"/>
                  </a:lnTo>
                  <a:lnTo>
                    <a:pt x="3256" y="1586"/>
                  </a:lnTo>
                  <a:lnTo>
                    <a:pt x="3204" y="1641"/>
                  </a:lnTo>
                  <a:lnTo>
                    <a:pt x="2007" y="2813"/>
                  </a:lnTo>
                  <a:lnTo>
                    <a:pt x="1988" y="2828"/>
                  </a:lnTo>
                  <a:lnTo>
                    <a:pt x="1965" y="2838"/>
                  </a:lnTo>
                  <a:lnTo>
                    <a:pt x="1942" y="2844"/>
                  </a:lnTo>
                  <a:lnTo>
                    <a:pt x="1918" y="2844"/>
                  </a:lnTo>
                  <a:lnTo>
                    <a:pt x="1894" y="2838"/>
                  </a:lnTo>
                  <a:lnTo>
                    <a:pt x="1873" y="2828"/>
                  </a:lnTo>
                  <a:lnTo>
                    <a:pt x="1853" y="2813"/>
                  </a:lnTo>
                  <a:lnTo>
                    <a:pt x="1837" y="2793"/>
                  </a:lnTo>
                  <a:lnTo>
                    <a:pt x="1827" y="2772"/>
                  </a:lnTo>
                  <a:lnTo>
                    <a:pt x="1821" y="2749"/>
                  </a:lnTo>
                  <a:lnTo>
                    <a:pt x="1821" y="2726"/>
                  </a:lnTo>
                  <a:lnTo>
                    <a:pt x="1827" y="2703"/>
                  </a:lnTo>
                  <a:lnTo>
                    <a:pt x="1837" y="2681"/>
                  </a:lnTo>
                  <a:lnTo>
                    <a:pt x="1853" y="2662"/>
                  </a:lnTo>
                  <a:lnTo>
                    <a:pt x="3035" y="1505"/>
                  </a:lnTo>
                  <a:lnTo>
                    <a:pt x="3079" y="1458"/>
                  </a:lnTo>
                  <a:lnTo>
                    <a:pt x="3118" y="1407"/>
                  </a:lnTo>
                  <a:lnTo>
                    <a:pt x="3153" y="1355"/>
                  </a:lnTo>
                  <a:lnTo>
                    <a:pt x="3183" y="1300"/>
                  </a:lnTo>
                  <a:lnTo>
                    <a:pt x="3208" y="1243"/>
                  </a:lnTo>
                  <a:lnTo>
                    <a:pt x="3228" y="1185"/>
                  </a:lnTo>
                  <a:lnTo>
                    <a:pt x="3242" y="1126"/>
                  </a:lnTo>
                  <a:lnTo>
                    <a:pt x="3253" y="1066"/>
                  </a:lnTo>
                  <a:lnTo>
                    <a:pt x="3257" y="1006"/>
                  </a:lnTo>
                  <a:lnTo>
                    <a:pt x="3257" y="946"/>
                  </a:lnTo>
                  <a:lnTo>
                    <a:pt x="3253" y="885"/>
                  </a:lnTo>
                  <a:lnTo>
                    <a:pt x="3242" y="826"/>
                  </a:lnTo>
                  <a:lnTo>
                    <a:pt x="3228" y="766"/>
                  </a:lnTo>
                  <a:lnTo>
                    <a:pt x="3208" y="709"/>
                  </a:lnTo>
                  <a:lnTo>
                    <a:pt x="3183" y="653"/>
                  </a:lnTo>
                  <a:lnTo>
                    <a:pt x="3153" y="598"/>
                  </a:lnTo>
                  <a:lnTo>
                    <a:pt x="3118" y="545"/>
                  </a:lnTo>
                  <a:lnTo>
                    <a:pt x="3079" y="495"/>
                  </a:lnTo>
                  <a:lnTo>
                    <a:pt x="3035" y="448"/>
                  </a:lnTo>
                  <a:lnTo>
                    <a:pt x="2985" y="403"/>
                  </a:lnTo>
                  <a:lnTo>
                    <a:pt x="2935" y="364"/>
                  </a:lnTo>
                  <a:lnTo>
                    <a:pt x="2881" y="331"/>
                  </a:lnTo>
                  <a:lnTo>
                    <a:pt x="2825" y="301"/>
                  </a:lnTo>
                  <a:lnTo>
                    <a:pt x="2767" y="277"/>
                  </a:lnTo>
                  <a:lnTo>
                    <a:pt x="2708" y="258"/>
                  </a:lnTo>
                  <a:lnTo>
                    <a:pt x="2648" y="243"/>
                  </a:lnTo>
                  <a:lnTo>
                    <a:pt x="2586" y="234"/>
                  </a:lnTo>
                  <a:lnTo>
                    <a:pt x="2525" y="229"/>
                  </a:lnTo>
                  <a:lnTo>
                    <a:pt x="2464" y="229"/>
                  </a:lnTo>
                  <a:lnTo>
                    <a:pt x="2402" y="234"/>
                  </a:lnTo>
                  <a:lnTo>
                    <a:pt x="2340" y="243"/>
                  </a:lnTo>
                  <a:lnTo>
                    <a:pt x="2280" y="258"/>
                  </a:lnTo>
                  <a:lnTo>
                    <a:pt x="2221" y="277"/>
                  </a:lnTo>
                  <a:lnTo>
                    <a:pt x="2164" y="301"/>
                  </a:lnTo>
                  <a:lnTo>
                    <a:pt x="2108" y="331"/>
                  </a:lnTo>
                  <a:lnTo>
                    <a:pt x="2055" y="364"/>
                  </a:lnTo>
                  <a:lnTo>
                    <a:pt x="2003" y="403"/>
                  </a:lnTo>
                  <a:lnTo>
                    <a:pt x="1955" y="448"/>
                  </a:lnTo>
                  <a:lnTo>
                    <a:pt x="378" y="1972"/>
                  </a:lnTo>
                  <a:lnTo>
                    <a:pt x="341" y="2013"/>
                  </a:lnTo>
                  <a:lnTo>
                    <a:pt x="307" y="2057"/>
                  </a:lnTo>
                  <a:lnTo>
                    <a:pt x="280" y="2102"/>
                  </a:lnTo>
                  <a:lnTo>
                    <a:pt x="258" y="2149"/>
                  </a:lnTo>
                  <a:lnTo>
                    <a:pt x="241" y="2199"/>
                  </a:lnTo>
                  <a:lnTo>
                    <a:pt x="228" y="2248"/>
                  </a:lnTo>
                  <a:lnTo>
                    <a:pt x="220" y="2299"/>
                  </a:lnTo>
                  <a:lnTo>
                    <a:pt x="218" y="2350"/>
                  </a:lnTo>
                  <a:lnTo>
                    <a:pt x="220" y="2402"/>
                  </a:lnTo>
                  <a:lnTo>
                    <a:pt x="228" y="2452"/>
                  </a:lnTo>
                  <a:lnTo>
                    <a:pt x="241" y="2503"/>
                  </a:lnTo>
                  <a:lnTo>
                    <a:pt x="258" y="2551"/>
                  </a:lnTo>
                  <a:lnTo>
                    <a:pt x="280" y="2599"/>
                  </a:lnTo>
                  <a:lnTo>
                    <a:pt x="307" y="2644"/>
                  </a:lnTo>
                  <a:lnTo>
                    <a:pt x="341" y="2687"/>
                  </a:lnTo>
                  <a:lnTo>
                    <a:pt x="378" y="2728"/>
                  </a:lnTo>
                  <a:lnTo>
                    <a:pt x="419" y="2765"/>
                  </a:lnTo>
                  <a:lnTo>
                    <a:pt x="463" y="2796"/>
                  </a:lnTo>
                  <a:lnTo>
                    <a:pt x="509" y="2824"/>
                  </a:lnTo>
                  <a:lnTo>
                    <a:pt x="558" y="2846"/>
                  </a:lnTo>
                  <a:lnTo>
                    <a:pt x="608" y="2863"/>
                  </a:lnTo>
                  <a:lnTo>
                    <a:pt x="660" y="2874"/>
                  </a:lnTo>
                  <a:lnTo>
                    <a:pt x="711" y="2882"/>
                  </a:lnTo>
                  <a:lnTo>
                    <a:pt x="763" y="2885"/>
                  </a:lnTo>
                  <a:lnTo>
                    <a:pt x="816" y="2882"/>
                  </a:lnTo>
                  <a:lnTo>
                    <a:pt x="867" y="2874"/>
                  </a:lnTo>
                  <a:lnTo>
                    <a:pt x="919" y="2863"/>
                  </a:lnTo>
                  <a:lnTo>
                    <a:pt x="968" y="2846"/>
                  </a:lnTo>
                  <a:lnTo>
                    <a:pt x="1018" y="2824"/>
                  </a:lnTo>
                  <a:lnTo>
                    <a:pt x="1064" y="2796"/>
                  </a:lnTo>
                  <a:lnTo>
                    <a:pt x="1108" y="2765"/>
                  </a:lnTo>
                  <a:lnTo>
                    <a:pt x="1149" y="2728"/>
                  </a:lnTo>
                  <a:lnTo>
                    <a:pt x="2741" y="1187"/>
                  </a:lnTo>
                  <a:lnTo>
                    <a:pt x="2768" y="1158"/>
                  </a:lnTo>
                  <a:lnTo>
                    <a:pt x="2791" y="1125"/>
                  </a:lnTo>
                  <a:lnTo>
                    <a:pt x="2809" y="1091"/>
                  </a:lnTo>
                  <a:lnTo>
                    <a:pt x="2823" y="1055"/>
                  </a:lnTo>
                  <a:lnTo>
                    <a:pt x="2831" y="1018"/>
                  </a:lnTo>
                  <a:lnTo>
                    <a:pt x="2837" y="980"/>
                  </a:lnTo>
                  <a:lnTo>
                    <a:pt x="2837" y="942"/>
                  </a:lnTo>
                  <a:lnTo>
                    <a:pt x="2831" y="904"/>
                  </a:lnTo>
                  <a:lnTo>
                    <a:pt x="2823" y="867"/>
                  </a:lnTo>
                  <a:lnTo>
                    <a:pt x="2809" y="832"/>
                  </a:lnTo>
                  <a:lnTo>
                    <a:pt x="2791" y="797"/>
                  </a:lnTo>
                  <a:lnTo>
                    <a:pt x="2768" y="764"/>
                  </a:lnTo>
                  <a:lnTo>
                    <a:pt x="2741" y="734"/>
                  </a:lnTo>
                  <a:lnTo>
                    <a:pt x="2710" y="707"/>
                  </a:lnTo>
                  <a:lnTo>
                    <a:pt x="2677" y="685"/>
                  </a:lnTo>
                  <a:lnTo>
                    <a:pt x="2642" y="668"/>
                  </a:lnTo>
                  <a:lnTo>
                    <a:pt x="2605" y="654"/>
                  </a:lnTo>
                  <a:lnTo>
                    <a:pt x="2567" y="645"/>
                  </a:lnTo>
                  <a:lnTo>
                    <a:pt x="2528" y="641"/>
                  </a:lnTo>
                  <a:lnTo>
                    <a:pt x="2490" y="641"/>
                  </a:lnTo>
                  <a:lnTo>
                    <a:pt x="2452" y="645"/>
                  </a:lnTo>
                  <a:lnTo>
                    <a:pt x="2415" y="654"/>
                  </a:lnTo>
                  <a:lnTo>
                    <a:pt x="2377" y="668"/>
                  </a:lnTo>
                  <a:lnTo>
                    <a:pt x="2343" y="685"/>
                  </a:lnTo>
                  <a:lnTo>
                    <a:pt x="2309" y="707"/>
                  </a:lnTo>
                  <a:lnTo>
                    <a:pt x="2278" y="734"/>
                  </a:lnTo>
                  <a:lnTo>
                    <a:pt x="1082" y="1906"/>
                  </a:lnTo>
                  <a:lnTo>
                    <a:pt x="1062" y="1922"/>
                  </a:lnTo>
                  <a:lnTo>
                    <a:pt x="1040" y="1931"/>
                  </a:lnTo>
                  <a:lnTo>
                    <a:pt x="1017" y="1937"/>
                  </a:lnTo>
                  <a:lnTo>
                    <a:pt x="992" y="1937"/>
                  </a:lnTo>
                  <a:lnTo>
                    <a:pt x="969" y="1931"/>
                  </a:lnTo>
                  <a:lnTo>
                    <a:pt x="947" y="1922"/>
                  </a:lnTo>
                  <a:lnTo>
                    <a:pt x="927" y="1906"/>
                  </a:lnTo>
                  <a:lnTo>
                    <a:pt x="911" y="1887"/>
                  </a:lnTo>
                  <a:lnTo>
                    <a:pt x="900" y="1865"/>
                  </a:lnTo>
                  <a:lnTo>
                    <a:pt x="896" y="1842"/>
                  </a:lnTo>
                  <a:lnTo>
                    <a:pt x="896" y="1819"/>
                  </a:lnTo>
                  <a:lnTo>
                    <a:pt x="900" y="1796"/>
                  </a:lnTo>
                  <a:lnTo>
                    <a:pt x="911" y="1775"/>
                  </a:lnTo>
                  <a:lnTo>
                    <a:pt x="927" y="1755"/>
                  </a:lnTo>
                  <a:lnTo>
                    <a:pt x="2123" y="583"/>
                  </a:lnTo>
                  <a:lnTo>
                    <a:pt x="2165" y="546"/>
                  </a:lnTo>
                  <a:lnTo>
                    <a:pt x="2209" y="515"/>
                  </a:lnTo>
                  <a:lnTo>
                    <a:pt x="2255" y="488"/>
                  </a:lnTo>
                  <a:lnTo>
                    <a:pt x="2304" y="465"/>
                  </a:lnTo>
                  <a:lnTo>
                    <a:pt x="2354" y="449"/>
                  </a:lnTo>
                  <a:lnTo>
                    <a:pt x="2405" y="436"/>
                  </a:lnTo>
                  <a:lnTo>
                    <a:pt x="2457" y="429"/>
                  </a:lnTo>
                  <a:lnTo>
                    <a:pt x="2509" y="427"/>
                  </a:lnTo>
                  <a:lnTo>
                    <a:pt x="2562" y="429"/>
                  </a:lnTo>
                  <a:lnTo>
                    <a:pt x="2613" y="436"/>
                  </a:lnTo>
                  <a:lnTo>
                    <a:pt x="2665" y="449"/>
                  </a:lnTo>
                  <a:lnTo>
                    <a:pt x="2714" y="465"/>
                  </a:lnTo>
                  <a:lnTo>
                    <a:pt x="2763" y="488"/>
                  </a:lnTo>
                  <a:lnTo>
                    <a:pt x="2810" y="515"/>
                  </a:lnTo>
                  <a:lnTo>
                    <a:pt x="2854" y="546"/>
                  </a:lnTo>
                  <a:lnTo>
                    <a:pt x="2895" y="583"/>
                  </a:lnTo>
                  <a:lnTo>
                    <a:pt x="2932" y="623"/>
                  </a:lnTo>
                  <a:lnTo>
                    <a:pt x="2965" y="666"/>
                  </a:lnTo>
                  <a:lnTo>
                    <a:pt x="2993" y="713"/>
                  </a:lnTo>
                  <a:lnTo>
                    <a:pt x="3015" y="760"/>
                  </a:lnTo>
                  <a:lnTo>
                    <a:pt x="3032" y="809"/>
                  </a:lnTo>
                  <a:lnTo>
                    <a:pt x="3045" y="859"/>
                  </a:lnTo>
                  <a:lnTo>
                    <a:pt x="3053" y="910"/>
                  </a:lnTo>
                  <a:lnTo>
                    <a:pt x="3055" y="961"/>
                  </a:lnTo>
                  <a:lnTo>
                    <a:pt x="3053" y="1012"/>
                  </a:lnTo>
                  <a:lnTo>
                    <a:pt x="3045" y="1063"/>
                  </a:lnTo>
                  <a:lnTo>
                    <a:pt x="3032" y="1113"/>
                  </a:lnTo>
                  <a:lnTo>
                    <a:pt x="3015" y="1162"/>
                  </a:lnTo>
                  <a:lnTo>
                    <a:pt x="2993" y="1209"/>
                  </a:lnTo>
                  <a:lnTo>
                    <a:pt x="2965" y="1255"/>
                  </a:lnTo>
                  <a:lnTo>
                    <a:pt x="2932" y="1298"/>
                  </a:lnTo>
                  <a:lnTo>
                    <a:pt x="2895" y="1339"/>
                  </a:lnTo>
                  <a:lnTo>
                    <a:pt x="1303" y="2879"/>
                  </a:lnTo>
                  <a:lnTo>
                    <a:pt x="1255" y="2923"/>
                  </a:lnTo>
                  <a:lnTo>
                    <a:pt x="1203" y="2962"/>
                  </a:lnTo>
                  <a:lnTo>
                    <a:pt x="1150" y="2995"/>
                  </a:lnTo>
                  <a:lnTo>
                    <a:pt x="1094" y="3025"/>
                  </a:lnTo>
                  <a:lnTo>
                    <a:pt x="1036" y="3049"/>
                  </a:lnTo>
                  <a:lnTo>
                    <a:pt x="977" y="3068"/>
                  </a:lnTo>
                  <a:lnTo>
                    <a:pt x="917" y="3083"/>
                  </a:lnTo>
                  <a:lnTo>
                    <a:pt x="855" y="3092"/>
                  </a:lnTo>
                  <a:lnTo>
                    <a:pt x="794" y="3097"/>
                  </a:lnTo>
                  <a:lnTo>
                    <a:pt x="733" y="3097"/>
                  </a:lnTo>
                  <a:lnTo>
                    <a:pt x="671" y="3092"/>
                  </a:lnTo>
                  <a:lnTo>
                    <a:pt x="609" y="3083"/>
                  </a:lnTo>
                  <a:lnTo>
                    <a:pt x="549" y="3068"/>
                  </a:lnTo>
                  <a:lnTo>
                    <a:pt x="490" y="3049"/>
                  </a:lnTo>
                  <a:lnTo>
                    <a:pt x="433" y="3025"/>
                  </a:lnTo>
                  <a:lnTo>
                    <a:pt x="377" y="2995"/>
                  </a:lnTo>
                  <a:lnTo>
                    <a:pt x="323" y="2962"/>
                  </a:lnTo>
                  <a:lnTo>
                    <a:pt x="272" y="2923"/>
                  </a:lnTo>
                  <a:lnTo>
                    <a:pt x="224" y="2879"/>
                  </a:lnTo>
                  <a:lnTo>
                    <a:pt x="178" y="2832"/>
                  </a:lnTo>
                  <a:lnTo>
                    <a:pt x="139" y="2782"/>
                  </a:lnTo>
                  <a:lnTo>
                    <a:pt x="104" y="2729"/>
                  </a:lnTo>
                  <a:lnTo>
                    <a:pt x="75" y="2674"/>
                  </a:lnTo>
                  <a:lnTo>
                    <a:pt x="51" y="2617"/>
                  </a:lnTo>
                  <a:lnTo>
                    <a:pt x="30" y="2560"/>
                  </a:lnTo>
                  <a:lnTo>
                    <a:pt x="15" y="2501"/>
                  </a:lnTo>
                  <a:lnTo>
                    <a:pt x="5" y="2441"/>
                  </a:lnTo>
                  <a:lnTo>
                    <a:pt x="0" y="2381"/>
                  </a:lnTo>
                  <a:lnTo>
                    <a:pt x="0" y="2321"/>
                  </a:lnTo>
                  <a:lnTo>
                    <a:pt x="5" y="2260"/>
                  </a:lnTo>
                  <a:lnTo>
                    <a:pt x="15" y="2200"/>
                  </a:lnTo>
                  <a:lnTo>
                    <a:pt x="30" y="2141"/>
                  </a:lnTo>
                  <a:lnTo>
                    <a:pt x="51" y="2083"/>
                  </a:lnTo>
                  <a:lnTo>
                    <a:pt x="75" y="2027"/>
                  </a:lnTo>
                  <a:lnTo>
                    <a:pt x="104" y="1972"/>
                  </a:lnTo>
                  <a:lnTo>
                    <a:pt x="139" y="1920"/>
                  </a:lnTo>
                  <a:lnTo>
                    <a:pt x="178" y="1869"/>
                  </a:lnTo>
                  <a:lnTo>
                    <a:pt x="224" y="1822"/>
                  </a:lnTo>
                  <a:lnTo>
                    <a:pt x="1815" y="281"/>
                  </a:lnTo>
                  <a:lnTo>
                    <a:pt x="1872" y="230"/>
                  </a:lnTo>
                  <a:lnTo>
                    <a:pt x="1931" y="183"/>
                  </a:lnTo>
                  <a:lnTo>
                    <a:pt x="1992" y="143"/>
                  </a:lnTo>
                  <a:lnTo>
                    <a:pt x="2057" y="108"/>
                  </a:lnTo>
                  <a:lnTo>
                    <a:pt x="2123" y="76"/>
                  </a:lnTo>
                  <a:lnTo>
                    <a:pt x="2191" y="51"/>
                  </a:lnTo>
                  <a:lnTo>
                    <a:pt x="2261" y="31"/>
                  </a:lnTo>
                  <a:lnTo>
                    <a:pt x="2331" y="15"/>
                  </a:lnTo>
                  <a:lnTo>
                    <a:pt x="2402" y="5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grpSp>
          <p:nvGrpSpPr>
            <p:cNvPr id="60" name="Group 12"/>
            <p:cNvGrpSpPr>
              <a:grpSpLocks noChangeAspect="1"/>
            </p:cNvGrpSpPr>
            <p:nvPr/>
          </p:nvGrpSpPr>
          <p:grpSpPr>
            <a:xfrm rot="0">
              <a:off x="5455269" y="2556244"/>
              <a:ext cx="142773" cy="113573"/>
              <a:chOff x="6124" y="305"/>
              <a:chExt cx="841" cy="669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61" name="Freeform 13"/>
              <p:cNvSpPr/>
              <p:nvPr/>
            </p:nvSpPr>
            <p:spPr>
              <a:xfrm>
                <a:off x="6244" y="440"/>
                <a:ext cx="601" cy="534"/>
              </a:xfrm>
              <a:custGeom>
                <a:avLst/>
                <a:gdLst>
                  <a:gd name="T0" fmla="*/ 902 w 1802"/>
                  <a:gd name="T1" fmla="*/ 0 h 1602"/>
                  <a:gd name="T2" fmla="*/ 2 w 1802"/>
                  <a:gd name="T3" fmla="*/ 742 h 1602"/>
                  <a:gd name="T4" fmla="*/ 2 w 1802"/>
                  <a:gd name="T5" fmla="*/ 743 h 1602"/>
                  <a:gd name="T6" fmla="*/ 2 w 1802"/>
                  <a:gd name="T7" fmla="*/ 746 h 1602"/>
                  <a:gd name="T8" fmla="*/ 0 w 1802"/>
                  <a:gd name="T9" fmla="*/ 749 h 1602"/>
                  <a:gd name="T10" fmla="*/ 0 w 1802"/>
                  <a:gd name="T11" fmla="*/ 751 h 1602"/>
                  <a:gd name="T12" fmla="*/ 0 w 1802"/>
                  <a:gd name="T13" fmla="*/ 1501 h 1602"/>
                  <a:gd name="T14" fmla="*/ 2 w 1802"/>
                  <a:gd name="T15" fmla="*/ 1521 h 1602"/>
                  <a:gd name="T16" fmla="*/ 16 w 1802"/>
                  <a:gd name="T17" fmla="*/ 1557 h 1602"/>
                  <a:gd name="T18" fmla="*/ 30 w 1802"/>
                  <a:gd name="T19" fmla="*/ 1572 h 1602"/>
                  <a:gd name="T20" fmla="*/ 45 w 1802"/>
                  <a:gd name="T21" fmla="*/ 1586 h 1602"/>
                  <a:gd name="T22" fmla="*/ 81 w 1802"/>
                  <a:gd name="T23" fmla="*/ 1601 h 1602"/>
                  <a:gd name="T24" fmla="*/ 100 w 1802"/>
                  <a:gd name="T25" fmla="*/ 1602 h 1602"/>
                  <a:gd name="T26" fmla="*/ 702 w 1802"/>
                  <a:gd name="T27" fmla="*/ 1602 h 1602"/>
                  <a:gd name="T28" fmla="*/ 702 w 1802"/>
                  <a:gd name="T29" fmla="*/ 1001 h 1602"/>
                  <a:gd name="T30" fmla="*/ 1102 w 1802"/>
                  <a:gd name="T31" fmla="*/ 1001 h 1602"/>
                  <a:gd name="T32" fmla="*/ 1102 w 1802"/>
                  <a:gd name="T33" fmla="*/ 1602 h 1602"/>
                  <a:gd name="T34" fmla="*/ 1703 w 1802"/>
                  <a:gd name="T35" fmla="*/ 1602 h 1602"/>
                  <a:gd name="T36" fmla="*/ 1723 w 1802"/>
                  <a:gd name="T37" fmla="*/ 1601 h 1602"/>
                  <a:gd name="T38" fmla="*/ 1758 w 1802"/>
                  <a:gd name="T39" fmla="*/ 1586 h 1602"/>
                  <a:gd name="T40" fmla="*/ 1773 w 1802"/>
                  <a:gd name="T41" fmla="*/ 1572 h 1602"/>
                  <a:gd name="T42" fmla="*/ 1786 w 1802"/>
                  <a:gd name="T43" fmla="*/ 1557 h 1602"/>
                  <a:gd name="T44" fmla="*/ 1802 w 1802"/>
                  <a:gd name="T45" fmla="*/ 1521 h 1602"/>
                  <a:gd name="T46" fmla="*/ 1802 w 1802"/>
                  <a:gd name="T47" fmla="*/ 1501 h 1602"/>
                  <a:gd name="T48" fmla="*/ 1802 w 1802"/>
                  <a:gd name="T49" fmla="*/ 751 h 1602"/>
                  <a:gd name="T50" fmla="*/ 1802 w 1802"/>
                  <a:gd name="T51" fmla="*/ 745 h 1602"/>
                  <a:gd name="T52" fmla="*/ 1801 w 1802"/>
                  <a:gd name="T53" fmla="*/ 742 h 1602"/>
                  <a:gd name="T54" fmla="*/ 902 w 1802"/>
                  <a:gd name="T55" fmla="*/ 0 h 160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02" h="1602">
                    <a:moveTo>
                      <a:pt x="902" y="0"/>
                    </a:moveTo>
                    <a:lnTo>
                      <a:pt x="2" y="742"/>
                    </a:lnTo>
                    <a:lnTo>
                      <a:pt x="2" y="743"/>
                    </a:lnTo>
                    <a:lnTo>
                      <a:pt x="2" y="746"/>
                    </a:lnTo>
                    <a:lnTo>
                      <a:pt x="0" y="749"/>
                    </a:lnTo>
                    <a:lnTo>
                      <a:pt x="0" y="751"/>
                    </a:lnTo>
                    <a:lnTo>
                      <a:pt x="0" y="1501"/>
                    </a:lnTo>
                    <a:lnTo>
                      <a:pt x="2" y="1521"/>
                    </a:lnTo>
                    <a:lnTo>
                      <a:pt x="16" y="1557"/>
                    </a:lnTo>
                    <a:lnTo>
                      <a:pt x="30" y="1572"/>
                    </a:lnTo>
                    <a:lnTo>
                      <a:pt x="45" y="1586"/>
                    </a:lnTo>
                    <a:lnTo>
                      <a:pt x="81" y="1601"/>
                    </a:lnTo>
                    <a:lnTo>
                      <a:pt x="100" y="1602"/>
                    </a:lnTo>
                    <a:lnTo>
                      <a:pt x="702" y="1602"/>
                    </a:lnTo>
                    <a:lnTo>
                      <a:pt x="702" y="1001"/>
                    </a:lnTo>
                    <a:lnTo>
                      <a:pt x="1102" y="1001"/>
                    </a:lnTo>
                    <a:lnTo>
                      <a:pt x="1102" y="1602"/>
                    </a:lnTo>
                    <a:lnTo>
                      <a:pt x="1703" y="1602"/>
                    </a:lnTo>
                    <a:lnTo>
                      <a:pt x="1723" y="1601"/>
                    </a:lnTo>
                    <a:lnTo>
                      <a:pt x="1758" y="1586"/>
                    </a:lnTo>
                    <a:lnTo>
                      <a:pt x="1773" y="1572"/>
                    </a:lnTo>
                    <a:lnTo>
                      <a:pt x="1786" y="1557"/>
                    </a:lnTo>
                    <a:lnTo>
                      <a:pt x="1802" y="1521"/>
                    </a:lnTo>
                    <a:lnTo>
                      <a:pt x="1802" y="1501"/>
                    </a:lnTo>
                    <a:lnTo>
                      <a:pt x="1802" y="751"/>
                    </a:lnTo>
                    <a:lnTo>
                      <a:pt x="1802" y="745"/>
                    </a:lnTo>
                    <a:lnTo>
                      <a:pt x="1801" y="742"/>
                    </a:lnTo>
                    <a:lnTo>
                      <a:pt x="9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4"/>
              <p:cNvSpPr/>
              <p:nvPr/>
            </p:nvSpPr>
            <p:spPr>
              <a:xfrm>
                <a:off x="6124" y="305"/>
                <a:ext cx="841" cy="394"/>
              </a:xfrm>
              <a:custGeom>
                <a:avLst/>
                <a:gdLst>
                  <a:gd name="T0" fmla="*/ 2505 w 2522"/>
                  <a:gd name="T1" fmla="*/ 978 h 1181"/>
                  <a:gd name="T2" fmla="*/ 2162 w 2522"/>
                  <a:gd name="T3" fmla="*/ 694 h 1181"/>
                  <a:gd name="T4" fmla="*/ 2162 w 2522"/>
                  <a:gd name="T5" fmla="*/ 54 h 1181"/>
                  <a:gd name="T6" fmla="*/ 2162 w 2522"/>
                  <a:gd name="T7" fmla="*/ 44 h 1181"/>
                  <a:gd name="T8" fmla="*/ 2155 w 2522"/>
                  <a:gd name="T9" fmla="*/ 26 h 1181"/>
                  <a:gd name="T10" fmla="*/ 2149 w 2522"/>
                  <a:gd name="T11" fmla="*/ 18 h 1181"/>
                  <a:gd name="T12" fmla="*/ 2141 w 2522"/>
                  <a:gd name="T13" fmla="*/ 13 h 1181"/>
                  <a:gd name="T14" fmla="*/ 2123 w 2522"/>
                  <a:gd name="T15" fmla="*/ 5 h 1181"/>
                  <a:gd name="T16" fmla="*/ 2113 w 2522"/>
                  <a:gd name="T17" fmla="*/ 5 h 1181"/>
                  <a:gd name="T18" fmla="*/ 1812 w 2522"/>
                  <a:gd name="T19" fmla="*/ 5 h 1181"/>
                  <a:gd name="T20" fmla="*/ 1802 w 2522"/>
                  <a:gd name="T21" fmla="*/ 5 h 1181"/>
                  <a:gd name="T22" fmla="*/ 1783 w 2522"/>
                  <a:gd name="T23" fmla="*/ 13 h 1181"/>
                  <a:gd name="T24" fmla="*/ 1776 w 2522"/>
                  <a:gd name="T25" fmla="*/ 18 h 1181"/>
                  <a:gd name="T26" fmla="*/ 1770 w 2522"/>
                  <a:gd name="T27" fmla="*/ 26 h 1181"/>
                  <a:gd name="T28" fmla="*/ 1763 w 2522"/>
                  <a:gd name="T29" fmla="*/ 44 h 1181"/>
                  <a:gd name="T30" fmla="*/ 1762 w 2522"/>
                  <a:gd name="T31" fmla="*/ 54 h 1181"/>
                  <a:gd name="T32" fmla="*/ 1762 w 2522"/>
                  <a:gd name="T33" fmla="*/ 360 h 1181"/>
                  <a:gd name="T34" fmla="*/ 1380 w 2522"/>
                  <a:gd name="T35" fmla="*/ 41 h 1181"/>
                  <a:gd name="T36" fmla="*/ 1354 w 2522"/>
                  <a:gd name="T37" fmla="*/ 23 h 1181"/>
                  <a:gd name="T38" fmla="*/ 1295 w 2522"/>
                  <a:gd name="T39" fmla="*/ 1 h 1181"/>
                  <a:gd name="T40" fmla="*/ 1262 w 2522"/>
                  <a:gd name="T41" fmla="*/ 0 h 1181"/>
                  <a:gd name="T42" fmla="*/ 1227 w 2522"/>
                  <a:gd name="T43" fmla="*/ 1 h 1181"/>
                  <a:gd name="T44" fmla="*/ 1168 w 2522"/>
                  <a:gd name="T45" fmla="*/ 23 h 1181"/>
                  <a:gd name="T46" fmla="*/ 1142 w 2522"/>
                  <a:gd name="T47" fmla="*/ 41 h 1181"/>
                  <a:gd name="T48" fmla="*/ 17 w 2522"/>
                  <a:gd name="T49" fmla="*/ 978 h 1181"/>
                  <a:gd name="T50" fmla="*/ 10 w 2522"/>
                  <a:gd name="T51" fmla="*/ 985 h 1181"/>
                  <a:gd name="T52" fmla="*/ 1 w 2522"/>
                  <a:gd name="T53" fmla="*/ 1001 h 1181"/>
                  <a:gd name="T54" fmla="*/ 0 w 2522"/>
                  <a:gd name="T55" fmla="*/ 1012 h 1181"/>
                  <a:gd name="T56" fmla="*/ 0 w 2522"/>
                  <a:gd name="T57" fmla="*/ 1023 h 1181"/>
                  <a:gd name="T58" fmla="*/ 6 w 2522"/>
                  <a:gd name="T59" fmla="*/ 1040 h 1181"/>
                  <a:gd name="T60" fmla="*/ 12 w 2522"/>
                  <a:gd name="T61" fmla="*/ 1048 h 1181"/>
                  <a:gd name="T62" fmla="*/ 108 w 2522"/>
                  <a:gd name="T63" fmla="*/ 1164 h 1181"/>
                  <a:gd name="T64" fmla="*/ 122 w 2522"/>
                  <a:gd name="T65" fmla="*/ 1177 h 1181"/>
                  <a:gd name="T66" fmla="*/ 141 w 2522"/>
                  <a:gd name="T67" fmla="*/ 1181 h 1181"/>
                  <a:gd name="T68" fmla="*/ 160 w 2522"/>
                  <a:gd name="T69" fmla="*/ 1181 h 1181"/>
                  <a:gd name="T70" fmla="*/ 179 w 2522"/>
                  <a:gd name="T71" fmla="*/ 1171 h 1181"/>
                  <a:gd name="T72" fmla="*/ 1262 w 2522"/>
                  <a:gd name="T73" fmla="*/ 268 h 1181"/>
                  <a:gd name="T74" fmla="*/ 2344 w 2522"/>
                  <a:gd name="T75" fmla="*/ 1171 h 1181"/>
                  <a:gd name="T76" fmla="*/ 2358 w 2522"/>
                  <a:gd name="T77" fmla="*/ 1180 h 1181"/>
                  <a:gd name="T78" fmla="*/ 2377 w 2522"/>
                  <a:gd name="T79" fmla="*/ 1181 h 1181"/>
                  <a:gd name="T80" fmla="*/ 2383 w 2522"/>
                  <a:gd name="T81" fmla="*/ 1181 h 1181"/>
                  <a:gd name="T82" fmla="*/ 2401 w 2522"/>
                  <a:gd name="T83" fmla="*/ 1177 h 1181"/>
                  <a:gd name="T84" fmla="*/ 2414 w 2522"/>
                  <a:gd name="T85" fmla="*/ 1164 h 1181"/>
                  <a:gd name="T86" fmla="*/ 2512 w 2522"/>
                  <a:gd name="T87" fmla="*/ 1048 h 1181"/>
                  <a:gd name="T88" fmla="*/ 2518 w 2522"/>
                  <a:gd name="T89" fmla="*/ 1040 h 1181"/>
                  <a:gd name="T90" fmla="*/ 2522 w 2522"/>
                  <a:gd name="T91" fmla="*/ 1023 h 1181"/>
                  <a:gd name="T92" fmla="*/ 2522 w 2522"/>
                  <a:gd name="T93" fmla="*/ 1012 h 1181"/>
                  <a:gd name="T94" fmla="*/ 2521 w 2522"/>
                  <a:gd name="T95" fmla="*/ 1001 h 1181"/>
                  <a:gd name="T96" fmla="*/ 2512 w 2522"/>
                  <a:gd name="T97" fmla="*/ 985 h 1181"/>
                  <a:gd name="T98" fmla="*/ 2505 w 2522"/>
                  <a:gd name="T99" fmla="*/ 978 h 118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2" h="1181">
                    <a:moveTo>
                      <a:pt x="2505" y="978"/>
                    </a:moveTo>
                    <a:lnTo>
                      <a:pt x="2162" y="694"/>
                    </a:lnTo>
                    <a:lnTo>
                      <a:pt x="2162" y="54"/>
                    </a:lnTo>
                    <a:lnTo>
                      <a:pt x="2162" y="44"/>
                    </a:lnTo>
                    <a:lnTo>
                      <a:pt x="2155" y="26"/>
                    </a:lnTo>
                    <a:lnTo>
                      <a:pt x="2149" y="18"/>
                    </a:lnTo>
                    <a:lnTo>
                      <a:pt x="2141" y="13"/>
                    </a:lnTo>
                    <a:lnTo>
                      <a:pt x="2123" y="5"/>
                    </a:lnTo>
                    <a:lnTo>
                      <a:pt x="2113" y="5"/>
                    </a:lnTo>
                    <a:lnTo>
                      <a:pt x="1812" y="5"/>
                    </a:lnTo>
                    <a:lnTo>
                      <a:pt x="1802" y="5"/>
                    </a:lnTo>
                    <a:lnTo>
                      <a:pt x="1783" y="13"/>
                    </a:lnTo>
                    <a:lnTo>
                      <a:pt x="1776" y="18"/>
                    </a:lnTo>
                    <a:lnTo>
                      <a:pt x="1770" y="26"/>
                    </a:lnTo>
                    <a:lnTo>
                      <a:pt x="1763" y="44"/>
                    </a:lnTo>
                    <a:lnTo>
                      <a:pt x="1762" y="54"/>
                    </a:lnTo>
                    <a:lnTo>
                      <a:pt x="1762" y="360"/>
                    </a:lnTo>
                    <a:lnTo>
                      <a:pt x="1380" y="41"/>
                    </a:lnTo>
                    <a:lnTo>
                      <a:pt x="1354" y="23"/>
                    </a:lnTo>
                    <a:lnTo>
                      <a:pt x="1295" y="1"/>
                    </a:lnTo>
                    <a:lnTo>
                      <a:pt x="1262" y="0"/>
                    </a:lnTo>
                    <a:lnTo>
                      <a:pt x="1227" y="1"/>
                    </a:lnTo>
                    <a:lnTo>
                      <a:pt x="1168" y="23"/>
                    </a:lnTo>
                    <a:lnTo>
                      <a:pt x="1142" y="41"/>
                    </a:lnTo>
                    <a:lnTo>
                      <a:pt x="17" y="978"/>
                    </a:lnTo>
                    <a:lnTo>
                      <a:pt x="10" y="985"/>
                    </a:lnTo>
                    <a:lnTo>
                      <a:pt x="1" y="1001"/>
                    </a:lnTo>
                    <a:lnTo>
                      <a:pt x="0" y="1012"/>
                    </a:lnTo>
                    <a:lnTo>
                      <a:pt x="0" y="1023"/>
                    </a:lnTo>
                    <a:lnTo>
                      <a:pt x="6" y="1040"/>
                    </a:lnTo>
                    <a:lnTo>
                      <a:pt x="12" y="1048"/>
                    </a:lnTo>
                    <a:lnTo>
                      <a:pt x="108" y="1164"/>
                    </a:lnTo>
                    <a:lnTo>
                      <a:pt x="122" y="1177"/>
                    </a:lnTo>
                    <a:lnTo>
                      <a:pt x="141" y="1181"/>
                    </a:lnTo>
                    <a:lnTo>
                      <a:pt x="160" y="1181"/>
                    </a:lnTo>
                    <a:lnTo>
                      <a:pt x="179" y="1171"/>
                    </a:lnTo>
                    <a:lnTo>
                      <a:pt x="1262" y="268"/>
                    </a:lnTo>
                    <a:lnTo>
                      <a:pt x="2344" y="1171"/>
                    </a:lnTo>
                    <a:lnTo>
                      <a:pt x="2358" y="1180"/>
                    </a:lnTo>
                    <a:lnTo>
                      <a:pt x="2377" y="1181"/>
                    </a:lnTo>
                    <a:lnTo>
                      <a:pt x="2383" y="1181"/>
                    </a:lnTo>
                    <a:lnTo>
                      <a:pt x="2401" y="1177"/>
                    </a:lnTo>
                    <a:lnTo>
                      <a:pt x="2414" y="1164"/>
                    </a:lnTo>
                    <a:lnTo>
                      <a:pt x="2512" y="1048"/>
                    </a:lnTo>
                    <a:lnTo>
                      <a:pt x="2518" y="1040"/>
                    </a:lnTo>
                    <a:lnTo>
                      <a:pt x="2522" y="1023"/>
                    </a:lnTo>
                    <a:lnTo>
                      <a:pt x="2522" y="1012"/>
                    </a:lnTo>
                    <a:lnTo>
                      <a:pt x="2521" y="1001"/>
                    </a:lnTo>
                    <a:lnTo>
                      <a:pt x="2512" y="985"/>
                    </a:lnTo>
                    <a:lnTo>
                      <a:pt x="2505" y="9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75" name="직사각형 74"/>
          <p:cNvSpPr/>
          <p:nvPr/>
        </p:nvSpPr>
        <p:spPr>
          <a:xfrm>
            <a:off x="1357880" y="4451955"/>
            <a:ext cx="2655057" cy="413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endParaRPr lang="en-US" altLang="ko-KR" sz="1400" b="1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6" name="사각형: 둥근 위쪽 모서리 6"/>
          <p:cNvSpPr/>
          <p:nvPr/>
        </p:nvSpPr>
        <p:spPr>
          <a:xfrm>
            <a:off x="4758308" y="1854928"/>
            <a:ext cx="2703409" cy="2354309"/>
          </a:xfrm>
          <a:prstGeom prst="round2SameRect">
            <a:avLst>
              <a:gd name="adj1" fmla="val 2629"/>
              <a:gd name="adj2" fmla="val 1833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dist="63500" dir="30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2400" kern="0">
                <a:solidFill>
                  <a:prstClr val="black">
                    <a:lumMod val="75000"/>
                    <a:lumOff val="25000"/>
                  </a:prstClr>
                </a:solidFill>
              </a:rPr>
              <a:t>해당 품목 유통기한 설정</a:t>
            </a:r>
            <a:endParaRPr lang="ko-KR" altLang="en-US" sz="2400" ker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7" name="사각형: 둥근 위쪽 모서리 5"/>
          <p:cNvSpPr/>
          <p:nvPr/>
        </p:nvSpPr>
        <p:spPr>
          <a:xfrm>
            <a:off x="4758308" y="1854928"/>
            <a:ext cx="2703408" cy="33157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8d8ca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atinLnBrk="0">
              <a:defRPr/>
            </a:pPr>
            <a:endParaRPr lang="ko-KR" altLang="en-US" sz="4000" ker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78" name="그룹 77"/>
          <p:cNvGrpSpPr/>
          <p:nvPr/>
        </p:nvGrpSpPr>
        <p:grpSpPr>
          <a:xfrm rot="0">
            <a:off x="6429566" y="1951290"/>
            <a:ext cx="893823" cy="138845"/>
            <a:chOff x="5455269" y="2543608"/>
            <a:chExt cx="893823" cy="138845"/>
          </a:xfrm>
        </p:grpSpPr>
        <p:sp>
          <p:nvSpPr>
            <p:cNvPr id="163" name="Freeform 9"/>
            <p:cNvSpPr/>
            <p:nvPr/>
          </p:nvSpPr>
          <p:spPr>
            <a:xfrm>
              <a:off x="5856911" y="2543608"/>
              <a:ext cx="105211" cy="138845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4" name="Freeform 6"/>
            <p:cNvSpPr/>
            <p:nvPr/>
          </p:nvSpPr>
          <p:spPr>
            <a:xfrm rot="10800000" flipH="1" flipV="1">
              <a:off x="6220991" y="2556243"/>
              <a:ext cx="128101" cy="113574"/>
            </a:xfrm>
            <a:custGeom>
              <a:avLst/>
              <a:gdLst>
                <a:gd name="T0" fmla="*/ 2689 w 3491"/>
                <a:gd name="T1" fmla="*/ 15 h 3097"/>
                <a:gd name="T2" fmla="*/ 2963 w 3491"/>
                <a:gd name="T3" fmla="*/ 108 h 3097"/>
                <a:gd name="T4" fmla="*/ 3204 w 3491"/>
                <a:gd name="T5" fmla="*/ 281 h 3097"/>
                <a:gd name="T6" fmla="*/ 3382 w 3491"/>
                <a:gd name="T7" fmla="*/ 518 h 3097"/>
                <a:gd name="T8" fmla="*/ 3475 w 3491"/>
                <a:gd name="T9" fmla="*/ 786 h 3097"/>
                <a:gd name="T10" fmla="*/ 3486 w 3491"/>
                <a:gd name="T11" fmla="*/ 1066 h 3097"/>
                <a:gd name="T12" fmla="*/ 3413 w 3491"/>
                <a:gd name="T13" fmla="*/ 1339 h 3097"/>
                <a:gd name="T14" fmla="*/ 3256 w 3491"/>
                <a:gd name="T15" fmla="*/ 1586 h 3097"/>
                <a:gd name="T16" fmla="*/ 1965 w 3491"/>
                <a:gd name="T17" fmla="*/ 2838 h 3097"/>
                <a:gd name="T18" fmla="*/ 1873 w 3491"/>
                <a:gd name="T19" fmla="*/ 2828 h 3097"/>
                <a:gd name="T20" fmla="*/ 1821 w 3491"/>
                <a:gd name="T21" fmla="*/ 2749 h 3097"/>
                <a:gd name="T22" fmla="*/ 1853 w 3491"/>
                <a:gd name="T23" fmla="*/ 2662 h 3097"/>
                <a:gd name="T24" fmla="*/ 3153 w 3491"/>
                <a:gd name="T25" fmla="*/ 1355 h 3097"/>
                <a:gd name="T26" fmla="*/ 3242 w 3491"/>
                <a:gd name="T27" fmla="*/ 1126 h 3097"/>
                <a:gd name="T28" fmla="*/ 3253 w 3491"/>
                <a:gd name="T29" fmla="*/ 885 h 3097"/>
                <a:gd name="T30" fmla="*/ 3183 w 3491"/>
                <a:gd name="T31" fmla="*/ 653 h 3097"/>
                <a:gd name="T32" fmla="*/ 3035 w 3491"/>
                <a:gd name="T33" fmla="*/ 448 h 3097"/>
                <a:gd name="T34" fmla="*/ 2825 w 3491"/>
                <a:gd name="T35" fmla="*/ 301 h 3097"/>
                <a:gd name="T36" fmla="*/ 2586 w 3491"/>
                <a:gd name="T37" fmla="*/ 234 h 3097"/>
                <a:gd name="T38" fmla="*/ 2340 w 3491"/>
                <a:gd name="T39" fmla="*/ 243 h 3097"/>
                <a:gd name="T40" fmla="*/ 2108 w 3491"/>
                <a:gd name="T41" fmla="*/ 331 h 3097"/>
                <a:gd name="T42" fmla="*/ 378 w 3491"/>
                <a:gd name="T43" fmla="*/ 1972 h 3097"/>
                <a:gd name="T44" fmla="*/ 258 w 3491"/>
                <a:gd name="T45" fmla="*/ 2149 h 3097"/>
                <a:gd name="T46" fmla="*/ 218 w 3491"/>
                <a:gd name="T47" fmla="*/ 2350 h 3097"/>
                <a:gd name="T48" fmla="*/ 258 w 3491"/>
                <a:gd name="T49" fmla="*/ 2551 h 3097"/>
                <a:gd name="T50" fmla="*/ 378 w 3491"/>
                <a:gd name="T51" fmla="*/ 2728 h 3097"/>
                <a:gd name="T52" fmla="*/ 558 w 3491"/>
                <a:gd name="T53" fmla="*/ 2846 h 3097"/>
                <a:gd name="T54" fmla="*/ 763 w 3491"/>
                <a:gd name="T55" fmla="*/ 2885 h 3097"/>
                <a:gd name="T56" fmla="*/ 968 w 3491"/>
                <a:gd name="T57" fmla="*/ 2846 h 3097"/>
                <a:gd name="T58" fmla="*/ 1149 w 3491"/>
                <a:gd name="T59" fmla="*/ 2728 h 3097"/>
                <a:gd name="T60" fmla="*/ 2809 w 3491"/>
                <a:gd name="T61" fmla="*/ 1091 h 3097"/>
                <a:gd name="T62" fmla="*/ 2837 w 3491"/>
                <a:gd name="T63" fmla="*/ 942 h 3097"/>
                <a:gd name="T64" fmla="*/ 2791 w 3491"/>
                <a:gd name="T65" fmla="*/ 797 h 3097"/>
                <a:gd name="T66" fmla="*/ 2677 w 3491"/>
                <a:gd name="T67" fmla="*/ 685 h 3097"/>
                <a:gd name="T68" fmla="*/ 2528 w 3491"/>
                <a:gd name="T69" fmla="*/ 641 h 3097"/>
                <a:gd name="T70" fmla="*/ 2377 w 3491"/>
                <a:gd name="T71" fmla="*/ 668 h 3097"/>
                <a:gd name="T72" fmla="*/ 1082 w 3491"/>
                <a:gd name="T73" fmla="*/ 1906 h 3097"/>
                <a:gd name="T74" fmla="*/ 992 w 3491"/>
                <a:gd name="T75" fmla="*/ 1937 h 3097"/>
                <a:gd name="T76" fmla="*/ 911 w 3491"/>
                <a:gd name="T77" fmla="*/ 1887 h 3097"/>
                <a:gd name="T78" fmla="*/ 900 w 3491"/>
                <a:gd name="T79" fmla="*/ 1796 h 3097"/>
                <a:gd name="T80" fmla="*/ 2165 w 3491"/>
                <a:gd name="T81" fmla="*/ 546 h 3097"/>
                <a:gd name="T82" fmla="*/ 2354 w 3491"/>
                <a:gd name="T83" fmla="*/ 449 h 3097"/>
                <a:gd name="T84" fmla="*/ 2562 w 3491"/>
                <a:gd name="T85" fmla="*/ 429 h 3097"/>
                <a:gd name="T86" fmla="*/ 2763 w 3491"/>
                <a:gd name="T87" fmla="*/ 488 h 3097"/>
                <a:gd name="T88" fmla="*/ 2932 w 3491"/>
                <a:gd name="T89" fmla="*/ 623 h 3097"/>
                <a:gd name="T90" fmla="*/ 3032 w 3491"/>
                <a:gd name="T91" fmla="*/ 809 h 3097"/>
                <a:gd name="T92" fmla="*/ 3053 w 3491"/>
                <a:gd name="T93" fmla="*/ 1012 h 3097"/>
                <a:gd name="T94" fmla="*/ 2993 w 3491"/>
                <a:gd name="T95" fmla="*/ 1209 h 3097"/>
                <a:gd name="T96" fmla="*/ 1303 w 3491"/>
                <a:gd name="T97" fmla="*/ 2879 h 3097"/>
                <a:gd name="T98" fmla="*/ 1094 w 3491"/>
                <a:gd name="T99" fmla="*/ 3025 h 3097"/>
                <a:gd name="T100" fmla="*/ 855 w 3491"/>
                <a:gd name="T101" fmla="*/ 3092 h 3097"/>
                <a:gd name="T102" fmla="*/ 609 w 3491"/>
                <a:gd name="T103" fmla="*/ 3083 h 3097"/>
                <a:gd name="T104" fmla="*/ 377 w 3491"/>
                <a:gd name="T105" fmla="*/ 2995 h 3097"/>
                <a:gd name="T106" fmla="*/ 178 w 3491"/>
                <a:gd name="T107" fmla="*/ 2832 h 3097"/>
                <a:gd name="T108" fmla="*/ 51 w 3491"/>
                <a:gd name="T109" fmla="*/ 2617 h 3097"/>
                <a:gd name="T110" fmla="*/ 0 w 3491"/>
                <a:gd name="T111" fmla="*/ 2381 h 3097"/>
                <a:gd name="T112" fmla="*/ 30 w 3491"/>
                <a:gd name="T113" fmla="*/ 2141 h 3097"/>
                <a:gd name="T114" fmla="*/ 139 w 3491"/>
                <a:gd name="T115" fmla="*/ 1920 h 3097"/>
                <a:gd name="T116" fmla="*/ 1872 w 3491"/>
                <a:gd name="T117" fmla="*/ 230 h 3097"/>
                <a:gd name="T118" fmla="*/ 2123 w 3491"/>
                <a:gd name="T119" fmla="*/ 76 h 3097"/>
                <a:gd name="T120" fmla="*/ 2402 w 3491"/>
                <a:gd name="T121" fmla="*/ 5 h 309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91" h="3097">
                  <a:moveTo>
                    <a:pt x="2474" y="0"/>
                  </a:moveTo>
                  <a:lnTo>
                    <a:pt x="2546" y="0"/>
                  </a:lnTo>
                  <a:lnTo>
                    <a:pt x="2618" y="5"/>
                  </a:lnTo>
                  <a:lnTo>
                    <a:pt x="2689" y="15"/>
                  </a:lnTo>
                  <a:lnTo>
                    <a:pt x="2758" y="31"/>
                  </a:lnTo>
                  <a:lnTo>
                    <a:pt x="2828" y="51"/>
                  </a:lnTo>
                  <a:lnTo>
                    <a:pt x="2896" y="76"/>
                  </a:lnTo>
                  <a:lnTo>
                    <a:pt x="2963" y="108"/>
                  </a:lnTo>
                  <a:lnTo>
                    <a:pt x="3026" y="143"/>
                  </a:lnTo>
                  <a:lnTo>
                    <a:pt x="3088" y="183"/>
                  </a:lnTo>
                  <a:lnTo>
                    <a:pt x="3147" y="230"/>
                  </a:lnTo>
                  <a:lnTo>
                    <a:pt x="3204" y="281"/>
                  </a:lnTo>
                  <a:lnTo>
                    <a:pt x="3256" y="336"/>
                  </a:lnTo>
                  <a:lnTo>
                    <a:pt x="3303" y="394"/>
                  </a:lnTo>
                  <a:lnTo>
                    <a:pt x="3345" y="455"/>
                  </a:lnTo>
                  <a:lnTo>
                    <a:pt x="3382" y="518"/>
                  </a:lnTo>
                  <a:lnTo>
                    <a:pt x="3413" y="582"/>
                  </a:lnTo>
                  <a:lnTo>
                    <a:pt x="3439" y="650"/>
                  </a:lnTo>
                  <a:lnTo>
                    <a:pt x="3460" y="717"/>
                  </a:lnTo>
                  <a:lnTo>
                    <a:pt x="3475" y="786"/>
                  </a:lnTo>
                  <a:lnTo>
                    <a:pt x="3486" y="856"/>
                  </a:lnTo>
                  <a:lnTo>
                    <a:pt x="3491" y="926"/>
                  </a:lnTo>
                  <a:lnTo>
                    <a:pt x="3491" y="996"/>
                  </a:lnTo>
                  <a:lnTo>
                    <a:pt x="3486" y="1066"/>
                  </a:lnTo>
                  <a:lnTo>
                    <a:pt x="3475" y="1136"/>
                  </a:lnTo>
                  <a:lnTo>
                    <a:pt x="3460" y="1205"/>
                  </a:lnTo>
                  <a:lnTo>
                    <a:pt x="3439" y="1273"/>
                  </a:lnTo>
                  <a:lnTo>
                    <a:pt x="3413" y="1339"/>
                  </a:lnTo>
                  <a:lnTo>
                    <a:pt x="3382" y="1404"/>
                  </a:lnTo>
                  <a:lnTo>
                    <a:pt x="3345" y="1467"/>
                  </a:lnTo>
                  <a:lnTo>
                    <a:pt x="3303" y="1528"/>
                  </a:lnTo>
                  <a:lnTo>
                    <a:pt x="3256" y="1586"/>
                  </a:lnTo>
                  <a:lnTo>
                    <a:pt x="3204" y="1641"/>
                  </a:lnTo>
                  <a:lnTo>
                    <a:pt x="2007" y="2813"/>
                  </a:lnTo>
                  <a:lnTo>
                    <a:pt x="1988" y="2828"/>
                  </a:lnTo>
                  <a:lnTo>
                    <a:pt x="1965" y="2838"/>
                  </a:lnTo>
                  <a:lnTo>
                    <a:pt x="1942" y="2844"/>
                  </a:lnTo>
                  <a:lnTo>
                    <a:pt x="1918" y="2844"/>
                  </a:lnTo>
                  <a:lnTo>
                    <a:pt x="1894" y="2838"/>
                  </a:lnTo>
                  <a:lnTo>
                    <a:pt x="1873" y="2828"/>
                  </a:lnTo>
                  <a:lnTo>
                    <a:pt x="1853" y="2813"/>
                  </a:lnTo>
                  <a:lnTo>
                    <a:pt x="1837" y="2793"/>
                  </a:lnTo>
                  <a:lnTo>
                    <a:pt x="1827" y="2772"/>
                  </a:lnTo>
                  <a:lnTo>
                    <a:pt x="1821" y="2749"/>
                  </a:lnTo>
                  <a:lnTo>
                    <a:pt x="1821" y="2726"/>
                  </a:lnTo>
                  <a:lnTo>
                    <a:pt x="1827" y="2703"/>
                  </a:lnTo>
                  <a:lnTo>
                    <a:pt x="1837" y="2681"/>
                  </a:lnTo>
                  <a:lnTo>
                    <a:pt x="1853" y="2662"/>
                  </a:lnTo>
                  <a:lnTo>
                    <a:pt x="3035" y="1505"/>
                  </a:lnTo>
                  <a:lnTo>
                    <a:pt x="3079" y="1458"/>
                  </a:lnTo>
                  <a:lnTo>
                    <a:pt x="3118" y="1407"/>
                  </a:lnTo>
                  <a:lnTo>
                    <a:pt x="3153" y="1355"/>
                  </a:lnTo>
                  <a:lnTo>
                    <a:pt x="3183" y="1300"/>
                  </a:lnTo>
                  <a:lnTo>
                    <a:pt x="3208" y="1243"/>
                  </a:lnTo>
                  <a:lnTo>
                    <a:pt x="3228" y="1185"/>
                  </a:lnTo>
                  <a:lnTo>
                    <a:pt x="3242" y="1126"/>
                  </a:lnTo>
                  <a:lnTo>
                    <a:pt x="3253" y="1066"/>
                  </a:lnTo>
                  <a:lnTo>
                    <a:pt x="3257" y="1006"/>
                  </a:lnTo>
                  <a:lnTo>
                    <a:pt x="3257" y="946"/>
                  </a:lnTo>
                  <a:lnTo>
                    <a:pt x="3253" y="885"/>
                  </a:lnTo>
                  <a:lnTo>
                    <a:pt x="3242" y="826"/>
                  </a:lnTo>
                  <a:lnTo>
                    <a:pt x="3228" y="766"/>
                  </a:lnTo>
                  <a:lnTo>
                    <a:pt x="3208" y="709"/>
                  </a:lnTo>
                  <a:lnTo>
                    <a:pt x="3183" y="653"/>
                  </a:lnTo>
                  <a:lnTo>
                    <a:pt x="3153" y="598"/>
                  </a:lnTo>
                  <a:lnTo>
                    <a:pt x="3118" y="545"/>
                  </a:lnTo>
                  <a:lnTo>
                    <a:pt x="3079" y="495"/>
                  </a:lnTo>
                  <a:lnTo>
                    <a:pt x="3035" y="448"/>
                  </a:lnTo>
                  <a:lnTo>
                    <a:pt x="2985" y="403"/>
                  </a:lnTo>
                  <a:lnTo>
                    <a:pt x="2935" y="364"/>
                  </a:lnTo>
                  <a:lnTo>
                    <a:pt x="2881" y="331"/>
                  </a:lnTo>
                  <a:lnTo>
                    <a:pt x="2825" y="301"/>
                  </a:lnTo>
                  <a:lnTo>
                    <a:pt x="2767" y="277"/>
                  </a:lnTo>
                  <a:lnTo>
                    <a:pt x="2708" y="258"/>
                  </a:lnTo>
                  <a:lnTo>
                    <a:pt x="2648" y="243"/>
                  </a:lnTo>
                  <a:lnTo>
                    <a:pt x="2586" y="234"/>
                  </a:lnTo>
                  <a:lnTo>
                    <a:pt x="2525" y="229"/>
                  </a:lnTo>
                  <a:lnTo>
                    <a:pt x="2464" y="229"/>
                  </a:lnTo>
                  <a:lnTo>
                    <a:pt x="2402" y="234"/>
                  </a:lnTo>
                  <a:lnTo>
                    <a:pt x="2340" y="243"/>
                  </a:lnTo>
                  <a:lnTo>
                    <a:pt x="2280" y="258"/>
                  </a:lnTo>
                  <a:lnTo>
                    <a:pt x="2221" y="277"/>
                  </a:lnTo>
                  <a:lnTo>
                    <a:pt x="2164" y="301"/>
                  </a:lnTo>
                  <a:lnTo>
                    <a:pt x="2108" y="331"/>
                  </a:lnTo>
                  <a:lnTo>
                    <a:pt x="2055" y="364"/>
                  </a:lnTo>
                  <a:lnTo>
                    <a:pt x="2003" y="403"/>
                  </a:lnTo>
                  <a:lnTo>
                    <a:pt x="1955" y="448"/>
                  </a:lnTo>
                  <a:lnTo>
                    <a:pt x="378" y="1972"/>
                  </a:lnTo>
                  <a:lnTo>
                    <a:pt x="341" y="2013"/>
                  </a:lnTo>
                  <a:lnTo>
                    <a:pt x="307" y="2057"/>
                  </a:lnTo>
                  <a:lnTo>
                    <a:pt x="280" y="2102"/>
                  </a:lnTo>
                  <a:lnTo>
                    <a:pt x="258" y="2149"/>
                  </a:lnTo>
                  <a:lnTo>
                    <a:pt x="241" y="2199"/>
                  </a:lnTo>
                  <a:lnTo>
                    <a:pt x="228" y="2248"/>
                  </a:lnTo>
                  <a:lnTo>
                    <a:pt x="220" y="2299"/>
                  </a:lnTo>
                  <a:lnTo>
                    <a:pt x="218" y="2350"/>
                  </a:lnTo>
                  <a:lnTo>
                    <a:pt x="220" y="2402"/>
                  </a:lnTo>
                  <a:lnTo>
                    <a:pt x="228" y="2452"/>
                  </a:lnTo>
                  <a:lnTo>
                    <a:pt x="241" y="2503"/>
                  </a:lnTo>
                  <a:lnTo>
                    <a:pt x="258" y="2551"/>
                  </a:lnTo>
                  <a:lnTo>
                    <a:pt x="280" y="2599"/>
                  </a:lnTo>
                  <a:lnTo>
                    <a:pt x="307" y="2644"/>
                  </a:lnTo>
                  <a:lnTo>
                    <a:pt x="341" y="2687"/>
                  </a:lnTo>
                  <a:lnTo>
                    <a:pt x="378" y="2728"/>
                  </a:lnTo>
                  <a:lnTo>
                    <a:pt x="419" y="2765"/>
                  </a:lnTo>
                  <a:lnTo>
                    <a:pt x="463" y="2796"/>
                  </a:lnTo>
                  <a:lnTo>
                    <a:pt x="509" y="2824"/>
                  </a:lnTo>
                  <a:lnTo>
                    <a:pt x="558" y="2846"/>
                  </a:lnTo>
                  <a:lnTo>
                    <a:pt x="608" y="2863"/>
                  </a:lnTo>
                  <a:lnTo>
                    <a:pt x="660" y="2874"/>
                  </a:lnTo>
                  <a:lnTo>
                    <a:pt x="711" y="2882"/>
                  </a:lnTo>
                  <a:lnTo>
                    <a:pt x="763" y="2885"/>
                  </a:lnTo>
                  <a:lnTo>
                    <a:pt x="816" y="2882"/>
                  </a:lnTo>
                  <a:lnTo>
                    <a:pt x="867" y="2874"/>
                  </a:lnTo>
                  <a:lnTo>
                    <a:pt x="919" y="2863"/>
                  </a:lnTo>
                  <a:lnTo>
                    <a:pt x="968" y="2846"/>
                  </a:lnTo>
                  <a:lnTo>
                    <a:pt x="1018" y="2824"/>
                  </a:lnTo>
                  <a:lnTo>
                    <a:pt x="1064" y="2796"/>
                  </a:lnTo>
                  <a:lnTo>
                    <a:pt x="1108" y="2765"/>
                  </a:lnTo>
                  <a:lnTo>
                    <a:pt x="1149" y="2728"/>
                  </a:lnTo>
                  <a:lnTo>
                    <a:pt x="2741" y="1187"/>
                  </a:lnTo>
                  <a:lnTo>
                    <a:pt x="2768" y="1158"/>
                  </a:lnTo>
                  <a:lnTo>
                    <a:pt x="2791" y="1125"/>
                  </a:lnTo>
                  <a:lnTo>
                    <a:pt x="2809" y="1091"/>
                  </a:lnTo>
                  <a:lnTo>
                    <a:pt x="2823" y="1055"/>
                  </a:lnTo>
                  <a:lnTo>
                    <a:pt x="2831" y="1018"/>
                  </a:lnTo>
                  <a:lnTo>
                    <a:pt x="2837" y="980"/>
                  </a:lnTo>
                  <a:lnTo>
                    <a:pt x="2837" y="942"/>
                  </a:lnTo>
                  <a:lnTo>
                    <a:pt x="2831" y="904"/>
                  </a:lnTo>
                  <a:lnTo>
                    <a:pt x="2823" y="867"/>
                  </a:lnTo>
                  <a:lnTo>
                    <a:pt x="2809" y="832"/>
                  </a:lnTo>
                  <a:lnTo>
                    <a:pt x="2791" y="797"/>
                  </a:lnTo>
                  <a:lnTo>
                    <a:pt x="2768" y="764"/>
                  </a:lnTo>
                  <a:lnTo>
                    <a:pt x="2741" y="734"/>
                  </a:lnTo>
                  <a:lnTo>
                    <a:pt x="2710" y="707"/>
                  </a:lnTo>
                  <a:lnTo>
                    <a:pt x="2677" y="685"/>
                  </a:lnTo>
                  <a:lnTo>
                    <a:pt x="2642" y="668"/>
                  </a:lnTo>
                  <a:lnTo>
                    <a:pt x="2605" y="654"/>
                  </a:lnTo>
                  <a:lnTo>
                    <a:pt x="2567" y="645"/>
                  </a:lnTo>
                  <a:lnTo>
                    <a:pt x="2528" y="641"/>
                  </a:lnTo>
                  <a:lnTo>
                    <a:pt x="2490" y="641"/>
                  </a:lnTo>
                  <a:lnTo>
                    <a:pt x="2452" y="645"/>
                  </a:lnTo>
                  <a:lnTo>
                    <a:pt x="2415" y="654"/>
                  </a:lnTo>
                  <a:lnTo>
                    <a:pt x="2377" y="668"/>
                  </a:lnTo>
                  <a:lnTo>
                    <a:pt x="2343" y="685"/>
                  </a:lnTo>
                  <a:lnTo>
                    <a:pt x="2309" y="707"/>
                  </a:lnTo>
                  <a:lnTo>
                    <a:pt x="2278" y="734"/>
                  </a:lnTo>
                  <a:lnTo>
                    <a:pt x="1082" y="1906"/>
                  </a:lnTo>
                  <a:lnTo>
                    <a:pt x="1062" y="1922"/>
                  </a:lnTo>
                  <a:lnTo>
                    <a:pt x="1040" y="1931"/>
                  </a:lnTo>
                  <a:lnTo>
                    <a:pt x="1017" y="1937"/>
                  </a:lnTo>
                  <a:lnTo>
                    <a:pt x="992" y="1937"/>
                  </a:lnTo>
                  <a:lnTo>
                    <a:pt x="969" y="1931"/>
                  </a:lnTo>
                  <a:lnTo>
                    <a:pt x="947" y="1922"/>
                  </a:lnTo>
                  <a:lnTo>
                    <a:pt x="927" y="1906"/>
                  </a:lnTo>
                  <a:lnTo>
                    <a:pt x="911" y="1887"/>
                  </a:lnTo>
                  <a:lnTo>
                    <a:pt x="900" y="1865"/>
                  </a:lnTo>
                  <a:lnTo>
                    <a:pt x="896" y="1842"/>
                  </a:lnTo>
                  <a:lnTo>
                    <a:pt x="896" y="1819"/>
                  </a:lnTo>
                  <a:lnTo>
                    <a:pt x="900" y="1796"/>
                  </a:lnTo>
                  <a:lnTo>
                    <a:pt x="911" y="1775"/>
                  </a:lnTo>
                  <a:lnTo>
                    <a:pt x="927" y="1755"/>
                  </a:lnTo>
                  <a:lnTo>
                    <a:pt x="2123" y="583"/>
                  </a:lnTo>
                  <a:lnTo>
                    <a:pt x="2165" y="546"/>
                  </a:lnTo>
                  <a:lnTo>
                    <a:pt x="2209" y="515"/>
                  </a:lnTo>
                  <a:lnTo>
                    <a:pt x="2255" y="488"/>
                  </a:lnTo>
                  <a:lnTo>
                    <a:pt x="2304" y="465"/>
                  </a:lnTo>
                  <a:lnTo>
                    <a:pt x="2354" y="449"/>
                  </a:lnTo>
                  <a:lnTo>
                    <a:pt x="2405" y="436"/>
                  </a:lnTo>
                  <a:lnTo>
                    <a:pt x="2457" y="429"/>
                  </a:lnTo>
                  <a:lnTo>
                    <a:pt x="2509" y="427"/>
                  </a:lnTo>
                  <a:lnTo>
                    <a:pt x="2562" y="429"/>
                  </a:lnTo>
                  <a:lnTo>
                    <a:pt x="2613" y="436"/>
                  </a:lnTo>
                  <a:lnTo>
                    <a:pt x="2665" y="449"/>
                  </a:lnTo>
                  <a:lnTo>
                    <a:pt x="2714" y="465"/>
                  </a:lnTo>
                  <a:lnTo>
                    <a:pt x="2763" y="488"/>
                  </a:lnTo>
                  <a:lnTo>
                    <a:pt x="2810" y="515"/>
                  </a:lnTo>
                  <a:lnTo>
                    <a:pt x="2854" y="546"/>
                  </a:lnTo>
                  <a:lnTo>
                    <a:pt x="2895" y="583"/>
                  </a:lnTo>
                  <a:lnTo>
                    <a:pt x="2932" y="623"/>
                  </a:lnTo>
                  <a:lnTo>
                    <a:pt x="2965" y="666"/>
                  </a:lnTo>
                  <a:lnTo>
                    <a:pt x="2993" y="713"/>
                  </a:lnTo>
                  <a:lnTo>
                    <a:pt x="3015" y="760"/>
                  </a:lnTo>
                  <a:lnTo>
                    <a:pt x="3032" y="809"/>
                  </a:lnTo>
                  <a:lnTo>
                    <a:pt x="3045" y="859"/>
                  </a:lnTo>
                  <a:lnTo>
                    <a:pt x="3053" y="910"/>
                  </a:lnTo>
                  <a:lnTo>
                    <a:pt x="3055" y="961"/>
                  </a:lnTo>
                  <a:lnTo>
                    <a:pt x="3053" y="1012"/>
                  </a:lnTo>
                  <a:lnTo>
                    <a:pt x="3045" y="1063"/>
                  </a:lnTo>
                  <a:lnTo>
                    <a:pt x="3032" y="1113"/>
                  </a:lnTo>
                  <a:lnTo>
                    <a:pt x="3015" y="1162"/>
                  </a:lnTo>
                  <a:lnTo>
                    <a:pt x="2993" y="1209"/>
                  </a:lnTo>
                  <a:lnTo>
                    <a:pt x="2965" y="1255"/>
                  </a:lnTo>
                  <a:lnTo>
                    <a:pt x="2932" y="1298"/>
                  </a:lnTo>
                  <a:lnTo>
                    <a:pt x="2895" y="1339"/>
                  </a:lnTo>
                  <a:lnTo>
                    <a:pt x="1303" y="2879"/>
                  </a:lnTo>
                  <a:lnTo>
                    <a:pt x="1255" y="2923"/>
                  </a:lnTo>
                  <a:lnTo>
                    <a:pt x="1203" y="2962"/>
                  </a:lnTo>
                  <a:lnTo>
                    <a:pt x="1150" y="2995"/>
                  </a:lnTo>
                  <a:lnTo>
                    <a:pt x="1094" y="3025"/>
                  </a:lnTo>
                  <a:lnTo>
                    <a:pt x="1036" y="3049"/>
                  </a:lnTo>
                  <a:lnTo>
                    <a:pt x="977" y="3068"/>
                  </a:lnTo>
                  <a:lnTo>
                    <a:pt x="917" y="3083"/>
                  </a:lnTo>
                  <a:lnTo>
                    <a:pt x="855" y="3092"/>
                  </a:lnTo>
                  <a:lnTo>
                    <a:pt x="794" y="3097"/>
                  </a:lnTo>
                  <a:lnTo>
                    <a:pt x="733" y="3097"/>
                  </a:lnTo>
                  <a:lnTo>
                    <a:pt x="671" y="3092"/>
                  </a:lnTo>
                  <a:lnTo>
                    <a:pt x="609" y="3083"/>
                  </a:lnTo>
                  <a:lnTo>
                    <a:pt x="549" y="3068"/>
                  </a:lnTo>
                  <a:lnTo>
                    <a:pt x="490" y="3049"/>
                  </a:lnTo>
                  <a:lnTo>
                    <a:pt x="433" y="3025"/>
                  </a:lnTo>
                  <a:lnTo>
                    <a:pt x="377" y="2995"/>
                  </a:lnTo>
                  <a:lnTo>
                    <a:pt x="323" y="2962"/>
                  </a:lnTo>
                  <a:lnTo>
                    <a:pt x="272" y="2923"/>
                  </a:lnTo>
                  <a:lnTo>
                    <a:pt x="224" y="2879"/>
                  </a:lnTo>
                  <a:lnTo>
                    <a:pt x="178" y="2832"/>
                  </a:lnTo>
                  <a:lnTo>
                    <a:pt x="139" y="2782"/>
                  </a:lnTo>
                  <a:lnTo>
                    <a:pt x="104" y="2729"/>
                  </a:lnTo>
                  <a:lnTo>
                    <a:pt x="75" y="2674"/>
                  </a:lnTo>
                  <a:lnTo>
                    <a:pt x="51" y="2617"/>
                  </a:lnTo>
                  <a:lnTo>
                    <a:pt x="30" y="2560"/>
                  </a:lnTo>
                  <a:lnTo>
                    <a:pt x="15" y="2501"/>
                  </a:lnTo>
                  <a:lnTo>
                    <a:pt x="5" y="2441"/>
                  </a:lnTo>
                  <a:lnTo>
                    <a:pt x="0" y="2381"/>
                  </a:lnTo>
                  <a:lnTo>
                    <a:pt x="0" y="2321"/>
                  </a:lnTo>
                  <a:lnTo>
                    <a:pt x="5" y="2260"/>
                  </a:lnTo>
                  <a:lnTo>
                    <a:pt x="15" y="2200"/>
                  </a:lnTo>
                  <a:lnTo>
                    <a:pt x="30" y="2141"/>
                  </a:lnTo>
                  <a:lnTo>
                    <a:pt x="51" y="2083"/>
                  </a:lnTo>
                  <a:lnTo>
                    <a:pt x="75" y="2027"/>
                  </a:lnTo>
                  <a:lnTo>
                    <a:pt x="104" y="1972"/>
                  </a:lnTo>
                  <a:lnTo>
                    <a:pt x="139" y="1920"/>
                  </a:lnTo>
                  <a:lnTo>
                    <a:pt x="178" y="1869"/>
                  </a:lnTo>
                  <a:lnTo>
                    <a:pt x="224" y="1822"/>
                  </a:lnTo>
                  <a:lnTo>
                    <a:pt x="1815" y="281"/>
                  </a:lnTo>
                  <a:lnTo>
                    <a:pt x="1872" y="230"/>
                  </a:lnTo>
                  <a:lnTo>
                    <a:pt x="1931" y="183"/>
                  </a:lnTo>
                  <a:lnTo>
                    <a:pt x="1992" y="143"/>
                  </a:lnTo>
                  <a:lnTo>
                    <a:pt x="2057" y="108"/>
                  </a:lnTo>
                  <a:lnTo>
                    <a:pt x="2123" y="76"/>
                  </a:lnTo>
                  <a:lnTo>
                    <a:pt x="2191" y="51"/>
                  </a:lnTo>
                  <a:lnTo>
                    <a:pt x="2261" y="31"/>
                  </a:lnTo>
                  <a:lnTo>
                    <a:pt x="2331" y="15"/>
                  </a:lnTo>
                  <a:lnTo>
                    <a:pt x="2402" y="5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grpSp>
          <p:nvGrpSpPr>
            <p:cNvPr id="165" name="Group 12"/>
            <p:cNvGrpSpPr>
              <a:grpSpLocks noChangeAspect="1"/>
            </p:cNvGrpSpPr>
            <p:nvPr/>
          </p:nvGrpSpPr>
          <p:grpSpPr>
            <a:xfrm rot="0">
              <a:off x="5455269" y="2556244"/>
              <a:ext cx="142773" cy="113573"/>
              <a:chOff x="6124" y="305"/>
              <a:chExt cx="841" cy="669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66" name="Freeform 13"/>
              <p:cNvSpPr/>
              <p:nvPr/>
            </p:nvSpPr>
            <p:spPr>
              <a:xfrm>
                <a:off x="6244" y="440"/>
                <a:ext cx="601" cy="534"/>
              </a:xfrm>
              <a:custGeom>
                <a:avLst/>
                <a:gdLst>
                  <a:gd name="T0" fmla="*/ 902 w 1802"/>
                  <a:gd name="T1" fmla="*/ 0 h 1602"/>
                  <a:gd name="T2" fmla="*/ 2 w 1802"/>
                  <a:gd name="T3" fmla="*/ 742 h 1602"/>
                  <a:gd name="T4" fmla="*/ 2 w 1802"/>
                  <a:gd name="T5" fmla="*/ 743 h 1602"/>
                  <a:gd name="T6" fmla="*/ 2 w 1802"/>
                  <a:gd name="T7" fmla="*/ 746 h 1602"/>
                  <a:gd name="T8" fmla="*/ 0 w 1802"/>
                  <a:gd name="T9" fmla="*/ 749 h 1602"/>
                  <a:gd name="T10" fmla="*/ 0 w 1802"/>
                  <a:gd name="T11" fmla="*/ 751 h 1602"/>
                  <a:gd name="T12" fmla="*/ 0 w 1802"/>
                  <a:gd name="T13" fmla="*/ 1501 h 1602"/>
                  <a:gd name="T14" fmla="*/ 2 w 1802"/>
                  <a:gd name="T15" fmla="*/ 1521 h 1602"/>
                  <a:gd name="T16" fmla="*/ 16 w 1802"/>
                  <a:gd name="T17" fmla="*/ 1557 h 1602"/>
                  <a:gd name="T18" fmla="*/ 30 w 1802"/>
                  <a:gd name="T19" fmla="*/ 1572 h 1602"/>
                  <a:gd name="T20" fmla="*/ 45 w 1802"/>
                  <a:gd name="T21" fmla="*/ 1586 h 1602"/>
                  <a:gd name="T22" fmla="*/ 81 w 1802"/>
                  <a:gd name="T23" fmla="*/ 1601 h 1602"/>
                  <a:gd name="T24" fmla="*/ 100 w 1802"/>
                  <a:gd name="T25" fmla="*/ 1602 h 1602"/>
                  <a:gd name="T26" fmla="*/ 702 w 1802"/>
                  <a:gd name="T27" fmla="*/ 1602 h 1602"/>
                  <a:gd name="T28" fmla="*/ 702 w 1802"/>
                  <a:gd name="T29" fmla="*/ 1001 h 1602"/>
                  <a:gd name="T30" fmla="*/ 1102 w 1802"/>
                  <a:gd name="T31" fmla="*/ 1001 h 1602"/>
                  <a:gd name="T32" fmla="*/ 1102 w 1802"/>
                  <a:gd name="T33" fmla="*/ 1602 h 1602"/>
                  <a:gd name="T34" fmla="*/ 1703 w 1802"/>
                  <a:gd name="T35" fmla="*/ 1602 h 1602"/>
                  <a:gd name="T36" fmla="*/ 1723 w 1802"/>
                  <a:gd name="T37" fmla="*/ 1601 h 1602"/>
                  <a:gd name="T38" fmla="*/ 1758 w 1802"/>
                  <a:gd name="T39" fmla="*/ 1586 h 1602"/>
                  <a:gd name="T40" fmla="*/ 1773 w 1802"/>
                  <a:gd name="T41" fmla="*/ 1572 h 1602"/>
                  <a:gd name="T42" fmla="*/ 1786 w 1802"/>
                  <a:gd name="T43" fmla="*/ 1557 h 1602"/>
                  <a:gd name="T44" fmla="*/ 1802 w 1802"/>
                  <a:gd name="T45" fmla="*/ 1521 h 1602"/>
                  <a:gd name="T46" fmla="*/ 1802 w 1802"/>
                  <a:gd name="T47" fmla="*/ 1501 h 1602"/>
                  <a:gd name="T48" fmla="*/ 1802 w 1802"/>
                  <a:gd name="T49" fmla="*/ 751 h 1602"/>
                  <a:gd name="T50" fmla="*/ 1802 w 1802"/>
                  <a:gd name="T51" fmla="*/ 745 h 1602"/>
                  <a:gd name="T52" fmla="*/ 1801 w 1802"/>
                  <a:gd name="T53" fmla="*/ 742 h 1602"/>
                  <a:gd name="T54" fmla="*/ 902 w 1802"/>
                  <a:gd name="T55" fmla="*/ 0 h 160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02" h="1602">
                    <a:moveTo>
                      <a:pt x="902" y="0"/>
                    </a:moveTo>
                    <a:lnTo>
                      <a:pt x="2" y="742"/>
                    </a:lnTo>
                    <a:lnTo>
                      <a:pt x="2" y="743"/>
                    </a:lnTo>
                    <a:lnTo>
                      <a:pt x="2" y="746"/>
                    </a:lnTo>
                    <a:lnTo>
                      <a:pt x="0" y="749"/>
                    </a:lnTo>
                    <a:lnTo>
                      <a:pt x="0" y="751"/>
                    </a:lnTo>
                    <a:lnTo>
                      <a:pt x="0" y="1501"/>
                    </a:lnTo>
                    <a:lnTo>
                      <a:pt x="2" y="1521"/>
                    </a:lnTo>
                    <a:lnTo>
                      <a:pt x="16" y="1557"/>
                    </a:lnTo>
                    <a:lnTo>
                      <a:pt x="30" y="1572"/>
                    </a:lnTo>
                    <a:lnTo>
                      <a:pt x="45" y="1586"/>
                    </a:lnTo>
                    <a:lnTo>
                      <a:pt x="81" y="1601"/>
                    </a:lnTo>
                    <a:lnTo>
                      <a:pt x="100" y="1602"/>
                    </a:lnTo>
                    <a:lnTo>
                      <a:pt x="702" y="1602"/>
                    </a:lnTo>
                    <a:lnTo>
                      <a:pt x="702" y="1001"/>
                    </a:lnTo>
                    <a:lnTo>
                      <a:pt x="1102" y="1001"/>
                    </a:lnTo>
                    <a:lnTo>
                      <a:pt x="1102" y="1602"/>
                    </a:lnTo>
                    <a:lnTo>
                      <a:pt x="1703" y="1602"/>
                    </a:lnTo>
                    <a:lnTo>
                      <a:pt x="1723" y="1601"/>
                    </a:lnTo>
                    <a:lnTo>
                      <a:pt x="1758" y="1586"/>
                    </a:lnTo>
                    <a:lnTo>
                      <a:pt x="1773" y="1572"/>
                    </a:lnTo>
                    <a:lnTo>
                      <a:pt x="1786" y="1557"/>
                    </a:lnTo>
                    <a:lnTo>
                      <a:pt x="1802" y="1521"/>
                    </a:lnTo>
                    <a:lnTo>
                      <a:pt x="1802" y="1501"/>
                    </a:lnTo>
                    <a:lnTo>
                      <a:pt x="1802" y="751"/>
                    </a:lnTo>
                    <a:lnTo>
                      <a:pt x="1802" y="745"/>
                    </a:lnTo>
                    <a:lnTo>
                      <a:pt x="1801" y="742"/>
                    </a:lnTo>
                    <a:lnTo>
                      <a:pt x="9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7" name="Freeform 14"/>
              <p:cNvSpPr/>
              <p:nvPr/>
            </p:nvSpPr>
            <p:spPr>
              <a:xfrm>
                <a:off x="6124" y="305"/>
                <a:ext cx="841" cy="394"/>
              </a:xfrm>
              <a:custGeom>
                <a:avLst/>
                <a:gdLst>
                  <a:gd name="T0" fmla="*/ 2505 w 2522"/>
                  <a:gd name="T1" fmla="*/ 978 h 1181"/>
                  <a:gd name="T2" fmla="*/ 2162 w 2522"/>
                  <a:gd name="T3" fmla="*/ 694 h 1181"/>
                  <a:gd name="T4" fmla="*/ 2162 w 2522"/>
                  <a:gd name="T5" fmla="*/ 54 h 1181"/>
                  <a:gd name="T6" fmla="*/ 2162 w 2522"/>
                  <a:gd name="T7" fmla="*/ 44 h 1181"/>
                  <a:gd name="T8" fmla="*/ 2155 w 2522"/>
                  <a:gd name="T9" fmla="*/ 26 h 1181"/>
                  <a:gd name="T10" fmla="*/ 2149 w 2522"/>
                  <a:gd name="T11" fmla="*/ 18 h 1181"/>
                  <a:gd name="T12" fmla="*/ 2141 w 2522"/>
                  <a:gd name="T13" fmla="*/ 13 h 1181"/>
                  <a:gd name="T14" fmla="*/ 2123 w 2522"/>
                  <a:gd name="T15" fmla="*/ 5 h 1181"/>
                  <a:gd name="T16" fmla="*/ 2113 w 2522"/>
                  <a:gd name="T17" fmla="*/ 5 h 1181"/>
                  <a:gd name="T18" fmla="*/ 1812 w 2522"/>
                  <a:gd name="T19" fmla="*/ 5 h 1181"/>
                  <a:gd name="T20" fmla="*/ 1802 w 2522"/>
                  <a:gd name="T21" fmla="*/ 5 h 1181"/>
                  <a:gd name="T22" fmla="*/ 1783 w 2522"/>
                  <a:gd name="T23" fmla="*/ 13 h 1181"/>
                  <a:gd name="T24" fmla="*/ 1776 w 2522"/>
                  <a:gd name="T25" fmla="*/ 18 h 1181"/>
                  <a:gd name="T26" fmla="*/ 1770 w 2522"/>
                  <a:gd name="T27" fmla="*/ 26 h 1181"/>
                  <a:gd name="T28" fmla="*/ 1763 w 2522"/>
                  <a:gd name="T29" fmla="*/ 44 h 1181"/>
                  <a:gd name="T30" fmla="*/ 1762 w 2522"/>
                  <a:gd name="T31" fmla="*/ 54 h 1181"/>
                  <a:gd name="T32" fmla="*/ 1762 w 2522"/>
                  <a:gd name="T33" fmla="*/ 360 h 1181"/>
                  <a:gd name="T34" fmla="*/ 1380 w 2522"/>
                  <a:gd name="T35" fmla="*/ 41 h 1181"/>
                  <a:gd name="T36" fmla="*/ 1354 w 2522"/>
                  <a:gd name="T37" fmla="*/ 23 h 1181"/>
                  <a:gd name="T38" fmla="*/ 1295 w 2522"/>
                  <a:gd name="T39" fmla="*/ 1 h 1181"/>
                  <a:gd name="T40" fmla="*/ 1262 w 2522"/>
                  <a:gd name="T41" fmla="*/ 0 h 1181"/>
                  <a:gd name="T42" fmla="*/ 1227 w 2522"/>
                  <a:gd name="T43" fmla="*/ 1 h 1181"/>
                  <a:gd name="T44" fmla="*/ 1168 w 2522"/>
                  <a:gd name="T45" fmla="*/ 23 h 1181"/>
                  <a:gd name="T46" fmla="*/ 1142 w 2522"/>
                  <a:gd name="T47" fmla="*/ 41 h 1181"/>
                  <a:gd name="T48" fmla="*/ 17 w 2522"/>
                  <a:gd name="T49" fmla="*/ 978 h 1181"/>
                  <a:gd name="T50" fmla="*/ 10 w 2522"/>
                  <a:gd name="T51" fmla="*/ 985 h 1181"/>
                  <a:gd name="T52" fmla="*/ 1 w 2522"/>
                  <a:gd name="T53" fmla="*/ 1001 h 1181"/>
                  <a:gd name="T54" fmla="*/ 0 w 2522"/>
                  <a:gd name="T55" fmla="*/ 1012 h 1181"/>
                  <a:gd name="T56" fmla="*/ 0 w 2522"/>
                  <a:gd name="T57" fmla="*/ 1023 h 1181"/>
                  <a:gd name="T58" fmla="*/ 6 w 2522"/>
                  <a:gd name="T59" fmla="*/ 1040 h 1181"/>
                  <a:gd name="T60" fmla="*/ 12 w 2522"/>
                  <a:gd name="T61" fmla="*/ 1048 h 1181"/>
                  <a:gd name="T62" fmla="*/ 108 w 2522"/>
                  <a:gd name="T63" fmla="*/ 1164 h 1181"/>
                  <a:gd name="T64" fmla="*/ 122 w 2522"/>
                  <a:gd name="T65" fmla="*/ 1177 h 1181"/>
                  <a:gd name="T66" fmla="*/ 141 w 2522"/>
                  <a:gd name="T67" fmla="*/ 1181 h 1181"/>
                  <a:gd name="T68" fmla="*/ 160 w 2522"/>
                  <a:gd name="T69" fmla="*/ 1181 h 1181"/>
                  <a:gd name="T70" fmla="*/ 179 w 2522"/>
                  <a:gd name="T71" fmla="*/ 1171 h 1181"/>
                  <a:gd name="T72" fmla="*/ 1262 w 2522"/>
                  <a:gd name="T73" fmla="*/ 268 h 1181"/>
                  <a:gd name="T74" fmla="*/ 2344 w 2522"/>
                  <a:gd name="T75" fmla="*/ 1171 h 1181"/>
                  <a:gd name="T76" fmla="*/ 2358 w 2522"/>
                  <a:gd name="T77" fmla="*/ 1180 h 1181"/>
                  <a:gd name="T78" fmla="*/ 2377 w 2522"/>
                  <a:gd name="T79" fmla="*/ 1181 h 1181"/>
                  <a:gd name="T80" fmla="*/ 2383 w 2522"/>
                  <a:gd name="T81" fmla="*/ 1181 h 1181"/>
                  <a:gd name="T82" fmla="*/ 2401 w 2522"/>
                  <a:gd name="T83" fmla="*/ 1177 h 1181"/>
                  <a:gd name="T84" fmla="*/ 2414 w 2522"/>
                  <a:gd name="T85" fmla="*/ 1164 h 1181"/>
                  <a:gd name="T86" fmla="*/ 2512 w 2522"/>
                  <a:gd name="T87" fmla="*/ 1048 h 1181"/>
                  <a:gd name="T88" fmla="*/ 2518 w 2522"/>
                  <a:gd name="T89" fmla="*/ 1040 h 1181"/>
                  <a:gd name="T90" fmla="*/ 2522 w 2522"/>
                  <a:gd name="T91" fmla="*/ 1023 h 1181"/>
                  <a:gd name="T92" fmla="*/ 2522 w 2522"/>
                  <a:gd name="T93" fmla="*/ 1012 h 1181"/>
                  <a:gd name="T94" fmla="*/ 2521 w 2522"/>
                  <a:gd name="T95" fmla="*/ 1001 h 1181"/>
                  <a:gd name="T96" fmla="*/ 2512 w 2522"/>
                  <a:gd name="T97" fmla="*/ 985 h 1181"/>
                  <a:gd name="T98" fmla="*/ 2505 w 2522"/>
                  <a:gd name="T99" fmla="*/ 978 h 118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2" h="1181">
                    <a:moveTo>
                      <a:pt x="2505" y="978"/>
                    </a:moveTo>
                    <a:lnTo>
                      <a:pt x="2162" y="694"/>
                    </a:lnTo>
                    <a:lnTo>
                      <a:pt x="2162" y="54"/>
                    </a:lnTo>
                    <a:lnTo>
                      <a:pt x="2162" y="44"/>
                    </a:lnTo>
                    <a:lnTo>
                      <a:pt x="2155" y="26"/>
                    </a:lnTo>
                    <a:lnTo>
                      <a:pt x="2149" y="18"/>
                    </a:lnTo>
                    <a:lnTo>
                      <a:pt x="2141" y="13"/>
                    </a:lnTo>
                    <a:lnTo>
                      <a:pt x="2123" y="5"/>
                    </a:lnTo>
                    <a:lnTo>
                      <a:pt x="2113" y="5"/>
                    </a:lnTo>
                    <a:lnTo>
                      <a:pt x="1812" y="5"/>
                    </a:lnTo>
                    <a:lnTo>
                      <a:pt x="1802" y="5"/>
                    </a:lnTo>
                    <a:lnTo>
                      <a:pt x="1783" y="13"/>
                    </a:lnTo>
                    <a:lnTo>
                      <a:pt x="1776" y="18"/>
                    </a:lnTo>
                    <a:lnTo>
                      <a:pt x="1770" y="26"/>
                    </a:lnTo>
                    <a:lnTo>
                      <a:pt x="1763" y="44"/>
                    </a:lnTo>
                    <a:lnTo>
                      <a:pt x="1762" y="54"/>
                    </a:lnTo>
                    <a:lnTo>
                      <a:pt x="1762" y="360"/>
                    </a:lnTo>
                    <a:lnTo>
                      <a:pt x="1380" y="41"/>
                    </a:lnTo>
                    <a:lnTo>
                      <a:pt x="1354" y="23"/>
                    </a:lnTo>
                    <a:lnTo>
                      <a:pt x="1295" y="1"/>
                    </a:lnTo>
                    <a:lnTo>
                      <a:pt x="1262" y="0"/>
                    </a:lnTo>
                    <a:lnTo>
                      <a:pt x="1227" y="1"/>
                    </a:lnTo>
                    <a:lnTo>
                      <a:pt x="1168" y="23"/>
                    </a:lnTo>
                    <a:lnTo>
                      <a:pt x="1142" y="41"/>
                    </a:lnTo>
                    <a:lnTo>
                      <a:pt x="17" y="978"/>
                    </a:lnTo>
                    <a:lnTo>
                      <a:pt x="10" y="985"/>
                    </a:lnTo>
                    <a:lnTo>
                      <a:pt x="1" y="1001"/>
                    </a:lnTo>
                    <a:lnTo>
                      <a:pt x="0" y="1012"/>
                    </a:lnTo>
                    <a:lnTo>
                      <a:pt x="0" y="1023"/>
                    </a:lnTo>
                    <a:lnTo>
                      <a:pt x="6" y="1040"/>
                    </a:lnTo>
                    <a:lnTo>
                      <a:pt x="12" y="1048"/>
                    </a:lnTo>
                    <a:lnTo>
                      <a:pt x="108" y="1164"/>
                    </a:lnTo>
                    <a:lnTo>
                      <a:pt x="122" y="1177"/>
                    </a:lnTo>
                    <a:lnTo>
                      <a:pt x="141" y="1181"/>
                    </a:lnTo>
                    <a:lnTo>
                      <a:pt x="160" y="1181"/>
                    </a:lnTo>
                    <a:lnTo>
                      <a:pt x="179" y="1171"/>
                    </a:lnTo>
                    <a:lnTo>
                      <a:pt x="1262" y="268"/>
                    </a:lnTo>
                    <a:lnTo>
                      <a:pt x="2344" y="1171"/>
                    </a:lnTo>
                    <a:lnTo>
                      <a:pt x="2358" y="1180"/>
                    </a:lnTo>
                    <a:lnTo>
                      <a:pt x="2377" y="1181"/>
                    </a:lnTo>
                    <a:lnTo>
                      <a:pt x="2383" y="1181"/>
                    </a:lnTo>
                    <a:lnTo>
                      <a:pt x="2401" y="1177"/>
                    </a:lnTo>
                    <a:lnTo>
                      <a:pt x="2414" y="1164"/>
                    </a:lnTo>
                    <a:lnTo>
                      <a:pt x="2512" y="1048"/>
                    </a:lnTo>
                    <a:lnTo>
                      <a:pt x="2518" y="1040"/>
                    </a:lnTo>
                    <a:lnTo>
                      <a:pt x="2522" y="1023"/>
                    </a:lnTo>
                    <a:lnTo>
                      <a:pt x="2522" y="1012"/>
                    </a:lnTo>
                    <a:lnTo>
                      <a:pt x="2521" y="1001"/>
                    </a:lnTo>
                    <a:lnTo>
                      <a:pt x="2512" y="985"/>
                    </a:lnTo>
                    <a:lnTo>
                      <a:pt x="2505" y="9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68" name="직사각형 167"/>
          <p:cNvSpPr/>
          <p:nvPr/>
        </p:nvSpPr>
        <p:spPr>
          <a:xfrm>
            <a:off x="4782483" y="4451955"/>
            <a:ext cx="2655057" cy="413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endParaRPr lang="en-US" altLang="ko-KR" sz="1400" b="1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69" name="사각형: 둥근 위쪽 모서리 6"/>
          <p:cNvSpPr/>
          <p:nvPr/>
        </p:nvSpPr>
        <p:spPr>
          <a:xfrm>
            <a:off x="8182911" y="1854928"/>
            <a:ext cx="2703409" cy="2354309"/>
          </a:xfrm>
          <a:prstGeom prst="round2SameRect">
            <a:avLst>
              <a:gd name="adj1" fmla="val 2629"/>
              <a:gd name="adj2" fmla="val 1833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dist="63500" dir="30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2400" kern="0">
                <a:solidFill>
                  <a:prstClr val="black">
                    <a:lumMod val="75000"/>
                    <a:lumOff val="25000"/>
                  </a:prstClr>
                </a:solidFill>
              </a:rPr>
              <a:t>유통기한 임박</a:t>
            </a:r>
            <a:r>
              <a:rPr lang="en-US" altLang="ko-KR" sz="2400" kern="0">
                <a:solidFill>
                  <a:prstClr val="black">
                    <a:lumMod val="75000"/>
                    <a:lumOff val="25000"/>
                  </a:prstClr>
                </a:solidFill>
              </a:rPr>
              <a:t>,</a:t>
            </a:r>
            <a:endParaRPr lang="en-US" altLang="ko-KR" sz="2400" ker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 latinLnBrk="0">
              <a:defRPr/>
            </a:pPr>
            <a:r>
              <a:rPr lang="ko-KR" altLang="en-US" sz="2400" kern="0">
                <a:solidFill>
                  <a:prstClr val="black">
                    <a:lumMod val="75000"/>
                    <a:lumOff val="25000"/>
                  </a:prstClr>
                </a:solidFill>
              </a:rPr>
              <a:t>지난 상품 알람</a:t>
            </a:r>
            <a:endParaRPr lang="ko-KR" altLang="en-US" sz="2400" ker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70" name="사각형: 둥근 위쪽 모서리 5"/>
          <p:cNvSpPr/>
          <p:nvPr/>
        </p:nvSpPr>
        <p:spPr>
          <a:xfrm>
            <a:off x="8182911" y="1854928"/>
            <a:ext cx="2703408" cy="33157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8d8ca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atinLnBrk="0">
              <a:defRPr/>
            </a:pPr>
            <a:endParaRPr lang="ko-KR" altLang="en-US" sz="4000" ker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71" name="그룹 170"/>
          <p:cNvGrpSpPr/>
          <p:nvPr/>
        </p:nvGrpSpPr>
        <p:grpSpPr>
          <a:xfrm rot="0">
            <a:off x="9854169" y="1951290"/>
            <a:ext cx="893823" cy="138845"/>
            <a:chOff x="5455269" y="2543608"/>
            <a:chExt cx="893823" cy="138845"/>
          </a:xfrm>
        </p:grpSpPr>
        <p:sp>
          <p:nvSpPr>
            <p:cNvPr id="172" name="Freeform 9"/>
            <p:cNvSpPr/>
            <p:nvPr/>
          </p:nvSpPr>
          <p:spPr>
            <a:xfrm>
              <a:off x="5856911" y="2543608"/>
              <a:ext cx="105211" cy="138845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Freeform 6"/>
            <p:cNvSpPr/>
            <p:nvPr/>
          </p:nvSpPr>
          <p:spPr>
            <a:xfrm rot="10800000" flipH="1" flipV="1">
              <a:off x="6220991" y="2556243"/>
              <a:ext cx="128101" cy="113574"/>
            </a:xfrm>
            <a:custGeom>
              <a:avLst/>
              <a:gdLst>
                <a:gd name="T0" fmla="*/ 2689 w 3491"/>
                <a:gd name="T1" fmla="*/ 15 h 3097"/>
                <a:gd name="T2" fmla="*/ 2963 w 3491"/>
                <a:gd name="T3" fmla="*/ 108 h 3097"/>
                <a:gd name="T4" fmla="*/ 3204 w 3491"/>
                <a:gd name="T5" fmla="*/ 281 h 3097"/>
                <a:gd name="T6" fmla="*/ 3382 w 3491"/>
                <a:gd name="T7" fmla="*/ 518 h 3097"/>
                <a:gd name="T8" fmla="*/ 3475 w 3491"/>
                <a:gd name="T9" fmla="*/ 786 h 3097"/>
                <a:gd name="T10" fmla="*/ 3486 w 3491"/>
                <a:gd name="T11" fmla="*/ 1066 h 3097"/>
                <a:gd name="T12" fmla="*/ 3413 w 3491"/>
                <a:gd name="T13" fmla="*/ 1339 h 3097"/>
                <a:gd name="T14" fmla="*/ 3256 w 3491"/>
                <a:gd name="T15" fmla="*/ 1586 h 3097"/>
                <a:gd name="T16" fmla="*/ 1965 w 3491"/>
                <a:gd name="T17" fmla="*/ 2838 h 3097"/>
                <a:gd name="T18" fmla="*/ 1873 w 3491"/>
                <a:gd name="T19" fmla="*/ 2828 h 3097"/>
                <a:gd name="T20" fmla="*/ 1821 w 3491"/>
                <a:gd name="T21" fmla="*/ 2749 h 3097"/>
                <a:gd name="T22" fmla="*/ 1853 w 3491"/>
                <a:gd name="T23" fmla="*/ 2662 h 3097"/>
                <a:gd name="T24" fmla="*/ 3153 w 3491"/>
                <a:gd name="T25" fmla="*/ 1355 h 3097"/>
                <a:gd name="T26" fmla="*/ 3242 w 3491"/>
                <a:gd name="T27" fmla="*/ 1126 h 3097"/>
                <a:gd name="T28" fmla="*/ 3253 w 3491"/>
                <a:gd name="T29" fmla="*/ 885 h 3097"/>
                <a:gd name="T30" fmla="*/ 3183 w 3491"/>
                <a:gd name="T31" fmla="*/ 653 h 3097"/>
                <a:gd name="T32" fmla="*/ 3035 w 3491"/>
                <a:gd name="T33" fmla="*/ 448 h 3097"/>
                <a:gd name="T34" fmla="*/ 2825 w 3491"/>
                <a:gd name="T35" fmla="*/ 301 h 3097"/>
                <a:gd name="T36" fmla="*/ 2586 w 3491"/>
                <a:gd name="T37" fmla="*/ 234 h 3097"/>
                <a:gd name="T38" fmla="*/ 2340 w 3491"/>
                <a:gd name="T39" fmla="*/ 243 h 3097"/>
                <a:gd name="T40" fmla="*/ 2108 w 3491"/>
                <a:gd name="T41" fmla="*/ 331 h 3097"/>
                <a:gd name="T42" fmla="*/ 378 w 3491"/>
                <a:gd name="T43" fmla="*/ 1972 h 3097"/>
                <a:gd name="T44" fmla="*/ 258 w 3491"/>
                <a:gd name="T45" fmla="*/ 2149 h 3097"/>
                <a:gd name="T46" fmla="*/ 218 w 3491"/>
                <a:gd name="T47" fmla="*/ 2350 h 3097"/>
                <a:gd name="T48" fmla="*/ 258 w 3491"/>
                <a:gd name="T49" fmla="*/ 2551 h 3097"/>
                <a:gd name="T50" fmla="*/ 378 w 3491"/>
                <a:gd name="T51" fmla="*/ 2728 h 3097"/>
                <a:gd name="T52" fmla="*/ 558 w 3491"/>
                <a:gd name="T53" fmla="*/ 2846 h 3097"/>
                <a:gd name="T54" fmla="*/ 763 w 3491"/>
                <a:gd name="T55" fmla="*/ 2885 h 3097"/>
                <a:gd name="T56" fmla="*/ 968 w 3491"/>
                <a:gd name="T57" fmla="*/ 2846 h 3097"/>
                <a:gd name="T58" fmla="*/ 1149 w 3491"/>
                <a:gd name="T59" fmla="*/ 2728 h 3097"/>
                <a:gd name="T60" fmla="*/ 2809 w 3491"/>
                <a:gd name="T61" fmla="*/ 1091 h 3097"/>
                <a:gd name="T62" fmla="*/ 2837 w 3491"/>
                <a:gd name="T63" fmla="*/ 942 h 3097"/>
                <a:gd name="T64" fmla="*/ 2791 w 3491"/>
                <a:gd name="T65" fmla="*/ 797 h 3097"/>
                <a:gd name="T66" fmla="*/ 2677 w 3491"/>
                <a:gd name="T67" fmla="*/ 685 h 3097"/>
                <a:gd name="T68" fmla="*/ 2528 w 3491"/>
                <a:gd name="T69" fmla="*/ 641 h 3097"/>
                <a:gd name="T70" fmla="*/ 2377 w 3491"/>
                <a:gd name="T71" fmla="*/ 668 h 3097"/>
                <a:gd name="T72" fmla="*/ 1082 w 3491"/>
                <a:gd name="T73" fmla="*/ 1906 h 3097"/>
                <a:gd name="T74" fmla="*/ 992 w 3491"/>
                <a:gd name="T75" fmla="*/ 1937 h 3097"/>
                <a:gd name="T76" fmla="*/ 911 w 3491"/>
                <a:gd name="T77" fmla="*/ 1887 h 3097"/>
                <a:gd name="T78" fmla="*/ 900 w 3491"/>
                <a:gd name="T79" fmla="*/ 1796 h 3097"/>
                <a:gd name="T80" fmla="*/ 2165 w 3491"/>
                <a:gd name="T81" fmla="*/ 546 h 3097"/>
                <a:gd name="T82" fmla="*/ 2354 w 3491"/>
                <a:gd name="T83" fmla="*/ 449 h 3097"/>
                <a:gd name="T84" fmla="*/ 2562 w 3491"/>
                <a:gd name="T85" fmla="*/ 429 h 3097"/>
                <a:gd name="T86" fmla="*/ 2763 w 3491"/>
                <a:gd name="T87" fmla="*/ 488 h 3097"/>
                <a:gd name="T88" fmla="*/ 2932 w 3491"/>
                <a:gd name="T89" fmla="*/ 623 h 3097"/>
                <a:gd name="T90" fmla="*/ 3032 w 3491"/>
                <a:gd name="T91" fmla="*/ 809 h 3097"/>
                <a:gd name="T92" fmla="*/ 3053 w 3491"/>
                <a:gd name="T93" fmla="*/ 1012 h 3097"/>
                <a:gd name="T94" fmla="*/ 2993 w 3491"/>
                <a:gd name="T95" fmla="*/ 1209 h 3097"/>
                <a:gd name="T96" fmla="*/ 1303 w 3491"/>
                <a:gd name="T97" fmla="*/ 2879 h 3097"/>
                <a:gd name="T98" fmla="*/ 1094 w 3491"/>
                <a:gd name="T99" fmla="*/ 3025 h 3097"/>
                <a:gd name="T100" fmla="*/ 855 w 3491"/>
                <a:gd name="T101" fmla="*/ 3092 h 3097"/>
                <a:gd name="T102" fmla="*/ 609 w 3491"/>
                <a:gd name="T103" fmla="*/ 3083 h 3097"/>
                <a:gd name="T104" fmla="*/ 377 w 3491"/>
                <a:gd name="T105" fmla="*/ 2995 h 3097"/>
                <a:gd name="T106" fmla="*/ 178 w 3491"/>
                <a:gd name="T107" fmla="*/ 2832 h 3097"/>
                <a:gd name="T108" fmla="*/ 51 w 3491"/>
                <a:gd name="T109" fmla="*/ 2617 h 3097"/>
                <a:gd name="T110" fmla="*/ 0 w 3491"/>
                <a:gd name="T111" fmla="*/ 2381 h 3097"/>
                <a:gd name="T112" fmla="*/ 30 w 3491"/>
                <a:gd name="T113" fmla="*/ 2141 h 3097"/>
                <a:gd name="T114" fmla="*/ 139 w 3491"/>
                <a:gd name="T115" fmla="*/ 1920 h 3097"/>
                <a:gd name="T116" fmla="*/ 1872 w 3491"/>
                <a:gd name="T117" fmla="*/ 230 h 3097"/>
                <a:gd name="T118" fmla="*/ 2123 w 3491"/>
                <a:gd name="T119" fmla="*/ 76 h 3097"/>
                <a:gd name="T120" fmla="*/ 2402 w 3491"/>
                <a:gd name="T121" fmla="*/ 5 h 3097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91" h="3097">
                  <a:moveTo>
                    <a:pt x="2474" y="0"/>
                  </a:moveTo>
                  <a:lnTo>
                    <a:pt x="2546" y="0"/>
                  </a:lnTo>
                  <a:lnTo>
                    <a:pt x="2618" y="5"/>
                  </a:lnTo>
                  <a:lnTo>
                    <a:pt x="2689" y="15"/>
                  </a:lnTo>
                  <a:lnTo>
                    <a:pt x="2758" y="31"/>
                  </a:lnTo>
                  <a:lnTo>
                    <a:pt x="2828" y="51"/>
                  </a:lnTo>
                  <a:lnTo>
                    <a:pt x="2896" y="76"/>
                  </a:lnTo>
                  <a:lnTo>
                    <a:pt x="2963" y="108"/>
                  </a:lnTo>
                  <a:lnTo>
                    <a:pt x="3026" y="143"/>
                  </a:lnTo>
                  <a:lnTo>
                    <a:pt x="3088" y="183"/>
                  </a:lnTo>
                  <a:lnTo>
                    <a:pt x="3147" y="230"/>
                  </a:lnTo>
                  <a:lnTo>
                    <a:pt x="3204" y="281"/>
                  </a:lnTo>
                  <a:lnTo>
                    <a:pt x="3256" y="336"/>
                  </a:lnTo>
                  <a:lnTo>
                    <a:pt x="3303" y="394"/>
                  </a:lnTo>
                  <a:lnTo>
                    <a:pt x="3345" y="455"/>
                  </a:lnTo>
                  <a:lnTo>
                    <a:pt x="3382" y="518"/>
                  </a:lnTo>
                  <a:lnTo>
                    <a:pt x="3413" y="582"/>
                  </a:lnTo>
                  <a:lnTo>
                    <a:pt x="3439" y="650"/>
                  </a:lnTo>
                  <a:lnTo>
                    <a:pt x="3460" y="717"/>
                  </a:lnTo>
                  <a:lnTo>
                    <a:pt x="3475" y="786"/>
                  </a:lnTo>
                  <a:lnTo>
                    <a:pt x="3486" y="856"/>
                  </a:lnTo>
                  <a:lnTo>
                    <a:pt x="3491" y="926"/>
                  </a:lnTo>
                  <a:lnTo>
                    <a:pt x="3491" y="996"/>
                  </a:lnTo>
                  <a:lnTo>
                    <a:pt x="3486" y="1066"/>
                  </a:lnTo>
                  <a:lnTo>
                    <a:pt x="3475" y="1136"/>
                  </a:lnTo>
                  <a:lnTo>
                    <a:pt x="3460" y="1205"/>
                  </a:lnTo>
                  <a:lnTo>
                    <a:pt x="3439" y="1273"/>
                  </a:lnTo>
                  <a:lnTo>
                    <a:pt x="3413" y="1339"/>
                  </a:lnTo>
                  <a:lnTo>
                    <a:pt x="3382" y="1404"/>
                  </a:lnTo>
                  <a:lnTo>
                    <a:pt x="3345" y="1467"/>
                  </a:lnTo>
                  <a:lnTo>
                    <a:pt x="3303" y="1528"/>
                  </a:lnTo>
                  <a:lnTo>
                    <a:pt x="3256" y="1586"/>
                  </a:lnTo>
                  <a:lnTo>
                    <a:pt x="3204" y="1641"/>
                  </a:lnTo>
                  <a:lnTo>
                    <a:pt x="2007" y="2813"/>
                  </a:lnTo>
                  <a:lnTo>
                    <a:pt x="1988" y="2828"/>
                  </a:lnTo>
                  <a:lnTo>
                    <a:pt x="1965" y="2838"/>
                  </a:lnTo>
                  <a:lnTo>
                    <a:pt x="1942" y="2844"/>
                  </a:lnTo>
                  <a:lnTo>
                    <a:pt x="1918" y="2844"/>
                  </a:lnTo>
                  <a:lnTo>
                    <a:pt x="1894" y="2838"/>
                  </a:lnTo>
                  <a:lnTo>
                    <a:pt x="1873" y="2828"/>
                  </a:lnTo>
                  <a:lnTo>
                    <a:pt x="1853" y="2813"/>
                  </a:lnTo>
                  <a:lnTo>
                    <a:pt x="1837" y="2793"/>
                  </a:lnTo>
                  <a:lnTo>
                    <a:pt x="1827" y="2772"/>
                  </a:lnTo>
                  <a:lnTo>
                    <a:pt x="1821" y="2749"/>
                  </a:lnTo>
                  <a:lnTo>
                    <a:pt x="1821" y="2726"/>
                  </a:lnTo>
                  <a:lnTo>
                    <a:pt x="1827" y="2703"/>
                  </a:lnTo>
                  <a:lnTo>
                    <a:pt x="1837" y="2681"/>
                  </a:lnTo>
                  <a:lnTo>
                    <a:pt x="1853" y="2662"/>
                  </a:lnTo>
                  <a:lnTo>
                    <a:pt x="3035" y="1505"/>
                  </a:lnTo>
                  <a:lnTo>
                    <a:pt x="3079" y="1458"/>
                  </a:lnTo>
                  <a:lnTo>
                    <a:pt x="3118" y="1407"/>
                  </a:lnTo>
                  <a:lnTo>
                    <a:pt x="3153" y="1355"/>
                  </a:lnTo>
                  <a:lnTo>
                    <a:pt x="3183" y="1300"/>
                  </a:lnTo>
                  <a:lnTo>
                    <a:pt x="3208" y="1243"/>
                  </a:lnTo>
                  <a:lnTo>
                    <a:pt x="3228" y="1185"/>
                  </a:lnTo>
                  <a:lnTo>
                    <a:pt x="3242" y="1126"/>
                  </a:lnTo>
                  <a:lnTo>
                    <a:pt x="3253" y="1066"/>
                  </a:lnTo>
                  <a:lnTo>
                    <a:pt x="3257" y="1006"/>
                  </a:lnTo>
                  <a:lnTo>
                    <a:pt x="3257" y="946"/>
                  </a:lnTo>
                  <a:lnTo>
                    <a:pt x="3253" y="885"/>
                  </a:lnTo>
                  <a:lnTo>
                    <a:pt x="3242" y="826"/>
                  </a:lnTo>
                  <a:lnTo>
                    <a:pt x="3228" y="766"/>
                  </a:lnTo>
                  <a:lnTo>
                    <a:pt x="3208" y="709"/>
                  </a:lnTo>
                  <a:lnTo>
                    <a:pt x="3183" y="653"/>
                  </a:lnTo>
                  <a:lnTo>
                    <a:pt x="3153" y="598"/>
                  </a:lnTo>
                  <a:lnTo>
                    <a:pt x="3118" y="545"/>
                  </a:lnTo>
                  <a:lnTo>
                    <a:pt x="3079" y="495"/>
                  </a:lnTo>
                  <a:lnTo>
                    <a:pt x="3035" y="448"/>
                  </a:lnTo>
                  <a:lnTo>
                    <a:pt x="2985" y="403"/>
                  </a:lnTo>
                  <a:lnTo>
                    <a:pt x="2935" y="364"/>
                  </a:lnTo>
                  <a:lnTo>
                    <a:pt x="2881" y="331"/>
                  </a:lnTo>
                  <a:lnTo>
                    <a:pt x="2825" y="301"/>
                  </a:lnTo>
                  <a:lnTo>
                    <a:pt x="2767" y="277"/>
                  </a:lnTo>
                  <a:lnTo>
                    <a:pt x="2708" y="258"/>
                  </a:lnTo>
                  <a:lnTo>
                    <a:pt x="2648" y="243"/>
                  </a:lnTo>
                  <a:lnTo>
                    <a:pt x="2586" y="234"/>
                  </a:lnTo>
                  <a:lnTo>
                    <a:pt x="2525" y="229"/>
                  </a:lnTo>
                  <a:lnTo>
                    <a:pt x="2464" y="229"/>
                  </a:lnTo>
                  <a:lnTo>
                    <a:pt x="2402" y="234"/>
                  </a:lnTo>
                  <a:lnTo>
                    <a:pt x="2340" y="243"/>
                  </a:lnTo>
                  <a:lnTo>
                    <a:pt x="2280" y="258"/>
                  </a:lnTo>
                  <a:lnTo>
                    <a:pt x="2221" y="277"/>
                  </a:lnTo>
                  <a:lnTo>
                    <a:pt x="2164" y="301"/>
                  </a:lnTo>
                  <a:lnTo>
                    <a:pt x="2108" y="331"/>
                  </a:lnTo>
                  <a:lnTo>
                    <a:pt x="2055" y="364"/>
                  </a:lnTo>
                  <a:lnTo>
                    <a:pt x="2003" y="403"/>
                  </a:lnTo>
                  <a:lnTo>
                    <a:pt x="1955" y="448"/>
                  </a:lnTo>
                  <a:lnTo>
                    <a:pt x="378" y="1972"/>
                  </a:lnTo>
                  <a:lnTo>
                    <a:pt x="341" y="2013"/>
                  </a:lnTo>
                  <a:lnTo>
                    <a:pt x="307" y="2057"/>
                  </a:lnTo>
                  <a:lnTo>
                    <a:pt x="280" y="2102"/>
                  </a:lnTo>
                  <a:lnTo>
                    <a:pt x="258" y="2149"/>
                  </a:lnTo>
                  <a:lnTo>
                    <a:pt x="241" y="2199"/>
                  </a:lnTo>
                  <a:lnTo>
                    <a:pt x="228" y="2248"/>
                  </a:lnTo>
                  <a:lnTo>
                    <a:pt x="220" y="2299"/>
                  </a:lnTo>
                  <a:lnTo>
                    <a:pt x="218" y="2350"/>
                  </a:lnTo>
                  <a:lnTo>
                    <a:pt x="220" y="2402"/>
                  </a:lnTo>
                  <a:lnTo>
                    <a:pt x="228" y="2452"/>
                  </a:lnTo>
                  <a:lnTo>
                    <a:pt x="241" y="2503"/>
                  </a:lnTo>
                  <a:lnTo>
                    <a:pt x="258" y="2551"/>
                  </a:lnTo>
                  <a:lnTo>
                    <a:pt x="280" y="2599"/>
                  </a:lnTo>
                  <a:lnTo>
                    <a:pt x="307" y="2644"/>
                  </a:lnTo>
                  <a:lnTo>
                    <a:pt x="341" y="2687"/>
                  </a:lnTo>
                  <a:lnTo>
                    <a:pt x="378" y="2728"/>
                  </a:lnTo>
                  <a:lnTo>
                    <a:pt x="419" y="2765"/>
                  </a:lnTo>
                  <a:lnTo>
                    <a:pt x="463" y="2796"/>
                  </a:lnTo>
                  <a:lnTo>
                    <a:pt x="509" y="2824"/>
                  </a:lnTo>
                  <a:lnTo>
                    <a:pt x="558" y="2846"/>
                  </a:lnTo>
                  <a:lnTo>
                    <a:pt x="608" y="2863"/>
                  </a:lnTo>
                  <a:lnTo>
                    <a:pt x="660" y="2874"/>
                  </a:lnTo>
                  <a:lnTo>
                    <a:pt x="711" y="2882"/>
                  </a:lnTo>
                  <a:lnTo>
                    <a:pt x="763" y="2885"/>
                  </a:lnTo>
                  <a:lnTo>
                    <a:pt x="816" y="2882"/>
                  </a:lnTo>
                  <a:lnTo>
                    <a:pt x="867" y="2874"/>
                  </a:lnTo>
                  <a:lnTo>
                    <a:pt x="919" y="2863"/>
                  </a:lnTo>
                  <a:lnTo>
                    <a:pt x="968" y="2846"/>
                  </a:lnTo>
                  <a:lnTo>
                    <a:pt x="1018" y="2824"/>
                  </a:lnTo>
                  <a:lnTo>
                    <a:pt x="1064" y="2796"/>
                  </a:lnTo>
                  <a:lnTo>
                    <a:pt x="1108" y="2765"/>
                  </a:lnTo>
                  <a:lnTo>
                    <a:pt x="1149" y="2728"/>
                  </a:lnTo>
                  <a:lnTo>
                    <a:pt x="2741" y="1187"/>
                  </a:lnTo>
                  <a:lnTo>
                    <a:pt x="2768" y="1158"/>
                  </a:lnTo>
                  <a:lnTo>
                    <a:pt x="2791" y="1125"/>
                  </a:lnTo>
                  <a:lnTo>
                    <a:pt x="2809" y="1091"/>
                  </a:lnTo>
                  <a:lnTo>
                    <a:pt x="2823" y="1055"/>
                  </a:lnTo>
                  <a:lnTo>
                    <a:pt x="2831" y="1018"/>
                  </a:lnTo>
                  <a:lnTo>
                    <a:pt x="2837" y="980"/>
                  </a:lnTo>
                  <a:lnTo>
                    <a:pt x="2837" y="942"/>
                  </a:lnTo>
                  <a:lnTo>
                    <a:pt x="2831" y="904"/>
                  </a:lnTo>
                  <a:lnTo>
                    <a:pt x="2823" y="867"/>
                  </a:lnTo>
                  <a:lnTo>
                    <a:pt x="2809" y="832"/>
                  </a:lnTo>
                  <a:lnTo>
                    <a:pt x="2791" y="797"/>
                  </a:lnTo>
                  <a:lnTo>
                    <a:pt x="2768" y="764"/>
                  </a:lnTo>
                  <a:lnTo>
                    <a:pt x="2741" y="734"/>
                  </a:lnTo>
                  <a:lnTo>
                    <a:pt x="2710" y="707"/>
                  </a:lnTo>
                  <a:lnTo>
                    <a:pt x="2677" y="685"/>
                  </a:lnTo>
                  <a:lnTo>
                    <a:pt x="2642" y="668"/>
                  </a:lnTo>
                  <a:lnTo>
                    <a:pt x="2605" y="654"/>
                  </a:lnTo>
                  <a:lnTo>
                    <a:pt x="2567" y="645"/>
                  </a:lnTo>
                  <a:lnTo>
                    <a:pt x="2528" y="641"/>
                  </a:lnTo>
                  <a:lnTo>
                    <a:pt x="2490" y="641"/>
                  </a:lnTo>
                  <a:lnTo>
                    <a:pt x="2452" y="645"/>
                  </a:lnTo>
                  <a:lnTo>
                    <a:pt x="2415" y="654"/>
                  </a:lnTo>
                  <a:lnTo>
                    <a:pt x="2377" y="668"/>
                  </a:lnTo>
                  <a:lnTo>
                    <a:pt x="2343" y="685"/>
                  </a:lnTo>
                  <a:lnTo>
                    <a:pt x="2309" y="707"/>
                  </a:lnTo>
                  <a:lnTo>
                    <a:pt x="2278" y="734"/>
                  </a:lnTo>
                  <a:lnTo>
                    <a:pt x="1082" y="1906"/>
                  </a:lnTo>
                  <a:lnTo>
                    <a:pt x="1062" y="1922"/>
                  </a:lnTo>
                  <a:lnTo>
                    <a:pt x="1040" y="1931"/>
                  </a:lnTo>
                  <a:lnTo>
                    <a:pt x="1017" y="1937"/>
                  </a:lnTo>
                  <a:lnTo>
                    <a:pt x="992" y="1937"/>
                  </a:lnTo>
                  <a:lnTo>
                    <a:pt x="969" y="1931"/>
                  </a:lnTo>
                  <a:lnTo>
                    <a:pt x="947" y="1922"/>
                  </a:lnTo>
                  <a:lnTo>
                    <a:pt x="927" y="1906"/>
                  </a:lnTo>
                  <a:lnTo>
                    <a:pt x="911" y="1887"/>
                  </a:lnTo>
                  <a:lnTo>
                    <a:pt x="900" y="1865"/>
                  </a:lnTo>
                  <a:lnTo>
                    <a:pt x="896" y="1842"/>
                  </a:lnTo>
                  <a:lnTo>
                    <a:pt x="896" y="1819"/>
                  </a:lnTo>
                  <a:lnTo>
                    <a:pt x="900" y="1796"/>
                  </a:lnTo>
                  <a:lnTo>
                    <a:pt x="911" y="1775"/>
                  </a:lnTo>
                  <a:lnTo>
                    <a:pt x="927" y="1755"/>
                  </a:lnTo>
                  <a:lnTo>
                    <a:pt x="2123" y="583"/>
                  </a:lnTo>
                  <a:lnTo>
                    <a:pt x="2165" y="546"/>
                  </a:lnTo>
                  <a:lnTo>
                    <a:pt x="2209" y="515"/>
                  </a:lnTo>
                  <a:lnTo>
                    <a:pt x="2255" y="488"/>
                  </a:lnTo>
                  <a:lnTo>
                    <a:pt x="2304" y="465"/>
                  </a:lnTo>
                  <a:lnTo>
                    <a:pt x="2354" y="449"/>
                  </a:lnTo>
                  <a:lnTo>
                    <a:pt x="2405" y="436"/>
                  </a:lnTo>
                  <a:lnTo>
                    <a:pt x="2457" y="429"/>
                  </a:lnTo>
                  <a:lnTo>
                    <a:pt x="2509" y="427"/>
                  </a:lnTo>
                  <a:lnTo>
                    <a:pt x="2562" y="429"/>
                  </a:lnTo>
                  <a:lnTo>
                    <a:pt x="2613" y="436"/>
                  </a:lnTo>
                  <a:lnTo>
                    <a:pt x="2665" y="449"/>
                  </a:lnTo>
                  <a:lnTo>
                    <a:pt x="2714" y="465"/>
                  </a:lnTo>
                  <a:lnTo>
                    <a:pt x="2763" y="488"/>
                  </a:lnTo>
                  <a:lnTo>
                    <a:pt x="2810" y="515"/>
                  </a:lnTo>
                  <a:lnTo>
                    <a:pt x="2854" y="546"/>
                  </a:lnTo>
                  <a:lnTo>
                    <a:pt x="2895" y="583"/>
                  </a:lnTo>
                  <a:lnTo>
                    <a:pt x="2932" y="623"/>
                  </a:lnTo>
                  <a:lnTo>
                    <a:pt x="2965" y="666"/>
                  </a:lnTo>
                  <a:lnTo>
                    <a:pt x="2993" y="713"/>
                  </a:lnTo>
                  <a:lnTo>
                    <a:pt x="3015" y="760"/>
                  </a:lnTo>
                  <a:lnTo>
                    <a:pt x="3032" y="809"/>
                  </a:lnTo>
                  <a:lnTo>
                    <a:pt x="3045" y="859"/>
                  </a:lnTo>
                  <a:lnTo>
                    <a:pt x="3053" y="910"/>
                  </a:lnTo>
                  <a:lnTo>
                    <a:pt x="3055" y="961"/>
                  </a:lnTo>
                  <a:lnTo>
                    <a:pt x="3053" y="1012"/>
                  </a:lnTo>
                  <a:lnTo>
                    <a:pt x="3045" y="1063"/>
                  </a:lnTo>
                  <a:lnTo>
                    <a:pt x="3032" y="1113"/>
                  </a:lnTo>
                  <a:lnTo>
                    <a:pt x="3015" y="1162"/>
                  </a:lnTo>
                  <a:lnTo>
                    <a:pt x="2993" y="1209"/>
                  </a:lnTo>
                  <a:lnTo>
                    <a:pt x="2965" y="1255"/>
                  </a:lnTo>
                  <a:lnTo>
                    <a:pt x="2932" y="1298"/>
                  </a:lnTo>
                  <a:lnTo>
                    <a:pt x="2895" y="1339"/>
                  </a:lnTo>
                  <a:lnTo>
                    <a:pt x="1303" y="2879"/>
                  </a:lnTo>
                  <a:lnTo>
                    <a:pt x="1255" y="2923"/>
                  </a:lnTo>
                  <a:lnTo>
                    <a:pt x="1203" y="2962"/>
                  </a:lnTo>
                  <a:lnTo>
                    <a:pt x="1150" y="2995"/>
                  </a:lnTo>
                  <a:lnTo>
                    <a:pt x="1094" y="3025"/>
                  </a:lnTo>
                  <a:lnTo>
                    <a:pt x="1036" y="3049"/>
                  </a:lnTo>
                  <a:lnTo>
                    <a:pt x="977" y="3068"/>
                  </a:lnTo>
                  <a:lnTo>
                    <a:pt x="917" y="3083"/>
                  </a:lnTo>
                  <a:lnTo>
                    <a:pt x="855" y="3092"/>
                  </a:lnTo>
                  <a:lnTo>
                    <a:pt x="794" y="3097"/>
                  </a:lnTo>
                  <a:lnTo>
                    <a:pt x="733" y="3097"/>
                  </a:lnTo>
                  <a:lnTo>
                    <a:pt x="671" y="3092"/>
                  </a:lnTo>
                  <a:lnTo>
                    <a:pt x="609" y="3083"/>
                  </a:lnTo>
                  <a:lnTo>
                    <a:pt x="549" y="3068"/>
                  </a:lnTo>
                  <a:lnTo>
                    <a:pt x="490" y="3049"/>
                  </a:lnTo>
                  <a:lnTo>
                    <a:pt x="433" y="3025"/>
                  </a:lnTo>
                  <a:lnTo>
                    <a:pt x="377" y="2995"/>
                  </a:lnTo>
                  <a:lnTo>
                    <a:pt x="323" y="2962"/>
                  </a:lnTo>
                  <a:lnTo>
                    <a:pt x="272" y="2923"/>
                  </a:lnTo>
                  <a:lnTo>
                    <a:pt x="224" y="2879"/>
                  </a:lnTo>
                  <a:lnTo>
                    <a:pt x="178" y="2832"/>
                  </a:lnTo>
                  <a:lnTo>
                    <a:pt x="139" y="2782"/>
                  </a:lnTo>
                  <a:lnTo>
                    <a:pt x="104" y="2729"/>
                  </a:lnTo>
                  <a:lnTo>
                    <a:pt x="75" y="2674"/>
                  </a:lnTo>
                  <a:lnTo>
                    <a:pt x="51" y="2617"/>
                  </a:lnTo>
                  <a:lnTo>
                    <a:pt x="30" y="2560"/>
                  </a:lnTo>
                  <a:lnTo>
                    <a:pt x="15" y="2501"/>
                  </a:lnTo>
                  <a:lnTo>
                    <a:pt x="5" y="2441"/>
                  </a:lnTo>
                  <a:lnTo>
                    <a:pt x="0" y="2381"/>
                  </a:lnTo>
                  <a:lnTo>
                    <a:pt x="0" y="2321"/>
                  </a:lnTo>
                  <a:lnTo>
                    <a:pt x="5" y="2260"/>
                  </a:lnTo>
                  <a:lnTo>
                    <a:pt x="15" y="2200"/>
                  </a:lnTo>
                  <a:lnTo>
                    <a:pt x="30" y="2141"/>
                  </a:lnTo>
                  <a:lnTo>
                    <a:pt x="51" y="2083"/>
                  </a:lnTo>
                  <a:lnTo>
                    <a:pt x="75" y="2027"/>
                  </a:lnTo>
                  <a:lnTo>
                    <a:pt x="104" y="1972"/>
                  </a:lnTo>
                  <a:lnTo>
                    <a:pt x="139" y="1920"/>
                  </a:lnTo>
                  <a:lnTo>
                    <a:pt x="178" y="1869"/>
                  </a:lnTo>
                  <a:lnTo>
                    <a:pt x="224" y="1822"/>
                  </a:lnTo>
                  <a:lnTo>
                    <a:pt x="1815" y="281"/>
                  </a:lnTo>
                  <a:lnTo>
                    <a:pt x="1872" y="230"/>
                  </a:lnTo>
                  <a:lnTo>
                    <a:pt x="1931" y="183"/>
                  </a:lnTo>
                  <a:lnTo>
                    <a:pt x="1992" y="143"/>
                  </a:lnTo>
                  <a:lnTo>
                    <a:pt x="2057" y="108"/>
                  </a:lnTo>
                  <a:lnTo>
                    <a:pt x="2123" y="76"/>
                  </a:lnTo>
                  <a:lnTo>
                    <a:pt x="2191" y="51"/>
                  </a:lnTo>
                  <a:lnTo>
                    <a:pt x="2261" y="31"/>
                  </a:lnTo>
                  <a:lnTo>
                    <a:pt x="2331" y="15"/>
                  </a:lnTo>
                  <a:lnTo>
                    <a:pt x="2402" y="5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grpSp>
          <p:nvGrpSpPr>
            <p:cNvPr id="174" name="Group 12"/>
            <p:cNvGrpSpPr>
              <a:grpSpLocks noChangeAspect="1"/>
            </p:cNvGrpSpPr>
            <p:nvPr/>
          </p:nvGrpSpPr>
          <p:grpSpPr>
            <a:xfrm rot="0">
              <a:off x="5455269" y="2556244"/>
              <a:ext cx="142773" cy="113573"/>
              <a:chOff x="6124" y="305"/>
              <a:chExt cx="841" cy="669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75" name="Freeform 13"/>
              <p:cNvSpPr/>
              <p:nvPr/>
            </p:nvSpPr>
            <p:spPr>
              <a:xfrm>
                <a:off x="6244" y="440"/>
                <a:ext cx="601" cy="534"/>
              </a:xfrm>
              <a:custGeom>
                <a:avLst/>
                <a:gdLst>
                  <a:gd name="T0" fmla="*/ 902 w 1802"/>
                  <a:gd name="T1" fmla="*/ 0 h 1602"/>
                  <a:gd name="T2" fmla="*/ 2 w 1802"/>
                  <a:gd name="T3" fmla="*/ 742 h 1602"/>
                  <a:gd name="T4" fmla="*/ 2 w 1802"/>
                  <a:gd name="T5" fmla="*/ 743 h 1602"/>
                  <a:gd name="T6" fmla="*/ 2 w 1802"/>
                  <a:gd name="T7" fmla="*/ 746 h 1602"/>
                  <a:gd name="T8" fmla="*/ 0 w 1802"/>
                  <a:gd name="T9" fmla="*/ 749 h 1602"/>
                  <a:gd name="T10" fmla="*/ 0 w 1802"/>
                  <a:gd name="T11" fmla="*/ 751 h 1602"/>
                  <a:gd name="T12" fmla="*/ 0 w 1802"/>
                  <a:gd name="T13" fmla="*/ 1501 h 1602"/>
                  <a:gd name="T14" fmla="*/ 2 w 1802"/>
                  <a:gd name="T15" fmla="*/ 1521 h 1602"/>
                  <a:gd name="T16" fmla="*/ 16 w 1802"/>
                  <a:gd name="T17" fmla="*/ 1557 h 1602"/>
                  <a:gd name="T18" fmla="*/ 30 w 1802"/>
                  <a:gd name="T19" fmla="*/ 1572 h 1602"/>
                  <a:gd name="T20" fmla="*/ 45 w 1802"/>
                  <a:gd name="T21" fmla="*/ 1586 h 1602"/>
                  <a:gd name="T22" fmla="*/ 81 w 1802"/>
                  <a:gd name="T23" fmla="*/ 1601 h 1602"/>
                  <a:gd name="T24" fmla="*/ 100 w 1802"/>
                  <a:gd name="T25" fmla="*/ 1602 h 1602"/>
                  <a:gd name="T26" fmla="*/ 702 w 1802"/>
                  <a:gd name="T27" fmla="*/ 1602 h 1602"/>
                  <a:gd name="T28" fmla="*/ 702 w 1802"/>
                  <a:gd name="T29" fmla="*/ 1001 h 1602"/>
                  <a:gd name="T30" fmla="*/ 1102 w 1802"/>
                  <a:gd name="T31" fmla="*/ 1001 h 1602"/>
                  <a:gd name="T32" fmla="*/ 1102 w 1802"/>
                  <a:gd name="T33" fmla="*/ 1602 h 1602"/>
                  <a:gd name="T34" fmla="*/ 1703 w 1802"/>
                  <a:gd name="T35" fmla="*/ 1602 h 1602"/>
                  <a:gd name="T36" fmla="*/ 1723 w 1802"/>
                  <a:gd name="T37" fmla="*/ 1601 h 1602"/>
                  <a:gd name="T38" fmla="*/ 1758 w 1802"/>
                  <a:gd name="T39" fmla="*/ 1586 h 1602"/>
                  <a:gd name="T40" fmla="*/ 1773 w 1802"/>
                  <a:gd name="T41" fmla="*/ 1572 h 1602"/>
                  <a:gd name="T42" fmla="*/ 1786 w 1802"/>
                  <a:gd name="T43" fmla="*/ 1557 h 1602"/>
                  <a:gd name="T44" fmla="*/ 1802 w 1802"/>
                  <a:gd name="T45" fmla="*/ 1521 h 1602"/>
                  <a:gd name="T46" fmla="*/ 1802 w 1802"/>
                  <a:gd name="T47" fmla="*/ 1501 h 1602"/>
                  <a:gd name="T48" fmla="*/ 1802 w 1802"/>
                  <a:gd name="T49" fmla="*/ 751 h 1602"/>
                  <a:gd name="T50" fmla="*/ 1802 w 1802"/>
                  <a:gd name="T51" fmla="*/ 745 h 1602"/>
                  <a:gd name="T52" fmla="*/ 1801 w 1802"/>
                  <a:gd name="T53" fmla="*/ 742 h 1602"/>
                  <a:gd name="T54" fmla="*/ 902 w 1802"/>
                  <a:gd name="T55" fmla="*/ 0 h 1602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02" h="1602">
                    <a:moveTo>
                      <a:pt x="902" y="0"/>
                    </a:moveTo>
                    <a:lnTo>
                      <a:pt x="2" y="742"/>
                    </a:lnTo>
                    <a:lnTo>
                      <a:pt x="2" y="743"/>
                    </a:lnTo>
                    <a:lnTo>
                      <a:pt x="2" y="746"/>
                    </a:lnTo>
                    <a:lnTo>
                      <a:pt x="0" y="749"/>
                    </a:lnTo>
                    <a:lnTo>
                      <a:pt x="0" y="751"/>
                    </a:lnTo>
                    <a:lnTo>
                      <a:pt x="0" y="1501"/>
                    </a:lnTo>
                    <a:lnTo>
                      <a:pt x="2" y="1521"/>
                    </a:lnTo>
                    <a:lnTo>
                      <a:pt x="16" y="1557"/>
                    </a:lnTo>
                    <a:lnTo>
                      <a:pt x="30" y="1572"/>
                    </a:lnTo>
                    <a:lnTo>
                      <a:pt x="45" y="1586"/>
                    </a:lnTo>
                    <a:lnTo>
                      <a:pt x="81" y="1601"/>
                    </a:lnTo>
                    <a:lnTo>
                      <a:pt x="100" y="1602"/>
                    </a:lnTo>
                    <a:lnTo>
                      <a:pt x="702" y="1602"/>
                    </a:lnTo>
                    <a:lnTo>
                      <a:pt x="702" y="1001"/>
                    </a:lnTo>
                    <a:lnTo>
                      <a:pt x="1102" y="1001"/>
                    </a:lnTo>
                    <a:lnTo>
                      <a:pt x="1102" y="1602"/>
                    </a:lnTo>
                    <a:lnTo>
                      <a:pt x="1703" y="1602"/>
                    </a:lnTo>
                    <a:lnTo>
                      <a:pt x="1723" y="1601"/>
                    </a:lnTo>
                    <a:lnTo>
                      <a:pt x="1758" y="1586"/>
                    </a:lnTo>
                    <a:lnTo>
                      <a:pt x="1773" y="1572"/>
                    </a:lnTo>
                    <a:lnTo>
                      <a:pt x="1786" y="1557"/>
                    </a:lnTo>
                    <a:lnTo>
                      <a:pt x="1802" y="1521"/>
                    </a:lnTo>
                    <a:lnTo>
                      <a:pt x="1802" y="1501"/>
                    </a:lnTo>
                    <a:lnTo>
                      <a:pt x="1802" y="751"/>
                    </a:lnTo>
                    <a:lnTo>
                      <a:pt x="1802" y="745"/>
                    </a:lnTo>
                    <a:lnTo>
                      <a:pt x="1801" y="742"/>
                    </a:lnTo>
                    <a:lnTo>
                      <a:pt x="9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Freeform 14"/>
              <p:cNvSpPr/>
              <p:nvPr/>
            </p:nvSpPr>
            <p:spPr>
              <a:xfrm>
                <a:off x="6124" y="305"/>
                <a:ext cx="841" cy="394"/>
              </a:xfrm>
              <a:custGeom>
                <a:avLst/>
                <a:gdLst>
                  <a:gd name="T0" fmla="*/ 2505 w 2522"/>
                  <a:gd name="T1" fmla="*/ 978 h 1181"/>
                  <a:gd name="T2" fmla="*/ 2162 w 2522"/>
                  <a:gd name="T3" fmla="*/ 694 h 1181"/>
                  <a:gd name="T4" fmla="*/ 2162 w 2522"/>
                  <a:gd name="T5" fmla="*/ 54 h 1181"/>
                  <a:gd name="T6" fmla="*/ 2162 w 2522"/>
                  <a:gd name="T7" fmla="*/ 44 h 1181"/>
                  <a:gd name="T8" fmla="*/ 2155 w 2522"/>
                  <a:gd name="T9" fmla="*/ 26 h 1181"/>
                  <a:gd name="T10" fmla="*/ 2149 w 2522"/>
                  <a:gd name="T11" fmla="*/ 18 h 1181"/>
                  <a:gd name="T12" fmla="*/ 2141 w 2522"/>
                  <a:gd name="T13" fmla="*/ 13 h 1181"/>
                  <a:gd name="T14" fmla="*/ 2123 w 2522"/>
                  <a:gd name="T15" fmla="*/ 5 h 1181"/>
                  <a:gd name="T16" fmla="*/ 2113 w 2522"/>
                  <a:gd name="T17" fmla="*/ 5 h 1181"/>
                  <a:gd name="T18" fmla="*/ 1812 w 2522"/>
                  <a:gd name="T19" fmla="*/ 5 h 1181"/>
                  <a:gd name="T20" fmla="*/ 1802 w 2522"/>
                  <a:gd name="T21" fmla="*/ 5 h 1181"/>
                  <a:gd name="T22" fmla="*/ 1783 w 2522"/>
                  <a:gd name="T23" fmla="*/ 13 h 1181"/>
                  <a:gd name="T24" fmla="*/ 1776 w 2522"/>
                  <a:gd name="T25" fmla="*/ 18 h 1181"/>
                  <a:gd name="T26" fmla="*/ 1770 w 2522"/>
                  <a:gd name="T27" fmla="*/ 26 h 1181"/>
                  <a:gd name="T28" fmla="*/ 1763 w 2522"/>
                  <a:gd name="T29" fmla="*/ 44 h 1181"/>
                  <a:gd name="T30" fmla="*/ 1762 w 2522"/>
                  <a:gd name="T31" fmla="*/ 54 h 1181"/>
                  <a:gd name="T32" fmla="*/ 1762 w 2522"/>
                  <a:gd name="T33" fmla="*/ 360 h 1181"/>
                  <a:gd name="T34" fmla="*/ 1380 w 2522"/>
                  <a:gd name="T35" fmla="*/ 41 h 1181"/>
                  <a:gd name="T36" fmla="*/ 1354 w 2522"/>
                  <a:gd name="T37" fmla="*/ 23 h 1181"/>
                  <a:gd name="T38" fmla="*/ 1295 w 2522"/>
                  <a:gd name="T39" fmla="*/ 1 h 1181"/>
                  <a:gd name="T40" fmla="*/ 1262 w 2522"/>
                  <a:gd name="T41" fmla="*/ 0 h 1181"/>
                  <a:gd name="T42" fmla="*/ 1227 w 2522"/>
                  <a:gd name="T43" fmla="*/ 1 h 1181"/>
                  <a:gd name="T44" fmla="*/ 1168 w 2522"/>
                  <a:gd name="T45" fmla="*/ 23 h 1181"/>
                  <a:gd name="T46" fmla="*/ 1142 w 2522"/>
                  <a:gd name="T47" fmla="*/ 41 h 1181"/>
                  <a:gd name="T48" fmla="*/ 17 w 2522"/>
                  <a:gd name="T49" fmla="*/ 978 h 1181"/>
                  <a:gd name="T50" fmla="*/ 10 w 2522"/>
                  <a:gd name="T51" fmla="*/ 985 h 1181"/>
                  <a:gd name="T52" fmla="*/ 1 w 2522"/>
                  <a:gd name="T53" fmla="*/ 1001 h 1181"/>
                  <a:gd name="T54" fmla="*/ 0 w 2522"/>
                  <a:gd name="T55" fmla="*/ 1012 h 1181"/>
                  <a:gd name="T56" fmla="*/ 0 w 2522"/>
                  <a:gd name="T57" fmla="*/ 1023 h 1181"/>
                  <a:gd name="T58" fmla="*/ 6 w 2522"/>
                  <a:gd name="T59" fmla="*/ 1040 h 1181"/>
                  <a:gd name="T60" fmla="*/ 12 w 2522"/>
                  <a:gd name="T61" fmla="*/ 1048 h 1181"/>
                  <a:gd name="T62" fmla="*/ 108 w 2522"/>
                  <a:gd name="T63" fmla="*/ 1164 h 1181"/>
                  <a:gd name="T64" fmla="*/ 122 w 2522"/>
                  <a:gd name="T65" fmla="*/ 1177 h 1181"/>
                  <a:gd name="T66" fmla="*/ 141 w 2522"/>
                  <a:gd name="T67" fmla="*/ 1181 h 1181"/>
                  <a:gd name="T68" fmla="*/ 160 w 2522"/>
                  <a:gd name="T69" fmla="*/ 1181 h 1181"/>
                  <a:gd name="T70" fmla="*/ 179 w 2522"/>
                  <a:gd name="T71" fmla="*/ 1171 h 1181"/>
                  <a:gd name="T72" fmla="*/ 1262 w 2522"/>
                  <a:gd name="T73" fmla="*/ 268 h 1181"/>
                  <a:gd name="T74" fmla="*/ 2344 w 2522"/>
                  <a:gd name="T75" fmla="*/ 1171 h 1181"/>
                  <a:gd name="T76" fmla="*/ 2358 w 2522"/>
                  <a:gd name="T77" fmla="*/ 1180 h 1181"/>
                  <a:gd name="T78" fmla="*/ 2377 w 2522"/>
                  <a:gd name="T79" fmla="*/ 1181 h 1181"/>
                  <a:gd name="T80" fmla="*/ 2383 w 2522"/>
                  <a:gd name="T81" fmla="*/ 1181 h 1181"/>
                  <a:gd name="T82" fmla="*/ 2401 w 2522"/>
                  <a:gd name="T83" fmla="*/ 1177 h 1181"/>
                  <a:gd name="T84" fmla="*/ 2414 w 2522"/>
                  <a:gd name="T85" fmla="*/ 1164 h 1181"/>
                  <a:gd name="T86" fmla="*/ 2512 w 2522"/>
                  <a:gd name="T87" fmla="*/ 1048 h 1181"/>
                  <a:gd name="T88" fmla="*/ 2518 w 2522"/>
                  <a:gd name="T89" fmla="*/ 1040 h 1181"/>
                  <a:gd name="T90" fmla="*/ 2522 w 2522"/>
                  <a:gd name="T91" fmla="*/ 1023 h 1181"/>
                  <a:gd name="T92" fmla="*/ 2522 w 2522"/>
                  <a:gd name="T93" fmla="*/ 1012 h 1181"/>
                  <a:gd name="T94" fmla="*/ 2521 w 2522"/>
                  <a:gd name="T95" fmla="*/ 1001 h 1181"/>
                  <a:gd name="T96" fmla="*/ 2512 w 2522"/>
                  <a:gd name="T97" fmla="*/ 985 h 1181"/>
                  <a:gd name="T98" fmla="*/ 2505 w 2522"/>
                  <a:gd name="T99" fmla="*/ 978 h 118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2" h="1181">
                    <a:moveTo>
                      <a:pt x="2505" y="978"/>
                    </a:moveTo>
                    <a:lnTo>
                      <a:pt x="2162" y="694"/>
                    </a:lnTo>
                    <a:lnTo>
                      <a:pt x="2162" y="54"/>
                    </a:lnTo>
                    <a:lnTo>
                      <a:pt x="2162" y="44"/>
                    </a:lnTo>
                    <a:lnTo>
                      <a:pt x="2155" y="26"/>
                    </a:lnTo>
                    <a:lnTo>
                      <a:pt x="2149" y="18"/>
                    </a:lnTo>
                    <a:lnTo>
                      <a:pt x="2141" y="13"/>
                    </a:lnTo>
                    <a:lnTo>
                      <a:pt x="2123" y="5"/>
                    </a:lnTo>
                    <a:lnTo>
                      <a:pt x="2113" y="5"/>
                    </a:lnTo>
                    <a:lnTo>
                      <a:pt x="1812" y="5"/>
                    </a:lnTo>
                    <a:lnTo>
                      <a:pt x="1802" y="5"/>
                    </a:lnTo>
                    <a:lnTo>
                      <a:pt x="1783" y="13"/>
                    </a:lnTo>
                    <a:lnTo>
                      <a:pt x="1776" y="18"/>
                    </a:lnTo>
                    <a:lnTo>
                      <a:pt x="1770" y="26"/>
                    </a:lnTo>
                    <a:lnTo>
                      <a:pt x="1763" y="44"/>
                    </a:lnTo>
                    <a:lnTo>
                      <a:pt x="1762" y="54"/>
                    </a:lnTo>
                    <a:lnTo>
                      <a:pt x="1762" y="360"/>
                    </a:lnTo>
                    <a:lnTo>
                      <a:pt x="1380" y="41"/>
                    </a:lnTo>
                    <a:lnTo>
                      <a:pt x="1354" y="23"/>
                    </a:lnTo>
                    <a:lnTo>
                      <a:pt x="1295" y="1"/>
                    </a:lnTo>
                    <a:lnTo>
                      <a:pt x="1262" y="0"/>
                    </a:lnTo>
                    <a:lnTo>
                      <a:pt x="1227" y="1"/>
                    </a:lnTo>
                    <a:lnTo>
                      <a:pt x="1168" y="23"/>
                    </a:lnTo>
                    <a:lnTo>
                      <a:pt x="1142" y="41"/>
                    </a:lnTo>
                    <a:lnTo>
                      <a:pt x="17" y="978"/>
                    </a:lnTo>
                    <a:lnTo>
                      <a:pt x="10" y="985"/>
                    </a:lnTo>
                    <a:lnTo>
                      <a:pt x="1" y="1001"/>
                    </a:lnTo>
                    <a:lnTo>
                      <a:pt x="0" y="1012"/>
                    </a:lnTo>
                    <a:lnTo>
                      <a:pt x="0" y="1023"/>
                    </a:lnTo>
                    <a:lnTo>
                      <a:pt x="6" y="1040"/>
                    </a:lnTo>
                    <a:lnTo>
                      <a:pt x="12" y="1048"/>
                    </a:lnTo>
                    <a:lnTo>
                      <a:pt x="108" y="1164"/>
                    </a:lnTo>
                    <a:lnTo>
                      <a:pt x="122" y="1177"/>
                    </a:lnTo>
                    <a:lnTo>
                      <a:pt x="141" y="1181"/>
                    </a:lnTo>
                    <a:lnTo>
                      <a:pt x="160" y="1181"/>
                    </a:lnTo>
                    <a:lnTo>
                      <a:pt x="179" y="1171"/>
                    </a:lnTo>
                    <a:lnTo>
                      <a:pt x="1262" y="268"/>
                    </a:lnTo>
                    <a:lnTo>
                      <a:pt x="2344" y="1171"/>
                    </a:lnTo>
                    <a:lnTo>
                      <a:pt x="2358" y="1180"/>
                    </a:lnTo>
                    <a:lnTo>
                      <a:pt x="2377" y="1181"/>
                    </a:lnTo>
                    <a:lnTo>
                      <a:pt x="2383" y="1181"/>
                    </a:lnTo>
                    <a:lnTo>
                      <a:pt x="2401" y="1177"/>
                    </a:lnTo>
                    <a:lnTo>
                      <a:pt x="2414" y="1164"/>
                    </a:lnTo>
                    <a:lnTo>
                      <a:pt x="2512" y="1048"/>
                    </a:lnTo>
                    <a:lnTo>
                      <a:pt x="2518" y="1040"/>
                    </a:lnTo>
                    <a:lnTo>
                      <a:pt x="2522" y="1023"/>
                    </a:lnTo>
                    <a:lnTo>
                      <a:pt x="2522" y="1012"/>
                    </a:lnTo>
                    <a:lnTo>
                      <a:pt x="2521" y="1001"/>
                    </a:lnTo>
                    <a:lnTo>
                      <a:pt x="2512" y="985"/>
                    </a:lnTo>
                    <a:lnTo>
                      <a:pt x="2505" y="9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77" name="직사각형 176"/>
          <p:cNvSpPr/>
          <p:nvPr/>
        </p:nvSpPr>
        <p:spPr>
          <a:xfrm>
            <a:off x="8207085" y="4451955"/>
            <a:ext cx="2655057" cy="413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endParaRPr lang="en-US" altLang="ko-KR" sz="1400" b="1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6051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en-US" altLang="ko-KR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Teachable Machine</a:t>
                </a: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 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55" name="직사각형 154"/>
          <p:cNvSpPr/>
          <p:nvPr/>
        </p:nvSpPr>
        <p:spPr>
          <a:xfrm>
            <a:off x="8023924" y="1946459"/>
            <a:ext cx="3138186" cy="451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067180" y="4073895"/>
            <a:ext cx="3138186" cy="448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87503" y="1593015"/>
            <a:ext cx="10216994" cy="2605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머신러닝 모델을 만들 수 있도록 구글에서 제공하는 웹 기반 도구</a:t>
            </a:r>
            <a:r>
              <a:rPr lang="en-US" altLang="ko-KR" sz="2400">
                <a:solidFill>
                  <a:schemeClr val="dk1"/>
                </a:solidFill>
              </a:rPr>
              <a:t>.</a:t>
            </a: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학습시키고자 하는 데이터를 클래스 또는 카테고리로 그룹화 하여 입력 후 학습해 모델을 만든다</a:t>
            </a:r>
            <a:r>
              <a:rPr lang="en-US" altLang="ko-KR" sz="2400">
                <a:solidFill>
                  <a:schemeClr val="dk1"/>
                </a:solidFill>
              </a:rPr>
              <a:t>.</a:t>
            </a: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8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57915" y="4153408"/>
            <a:ext cx="3138186" cy="31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16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47779" y="2941926"/>
            <a:ext cx="7080105" cy="36209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6051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en-US" altLang="ko-KR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Teachable Machine</a:t>
                </a: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 장점 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55" name="직사각형 154"/>
          <p:cNvSpPr/>
          <p:nvPr/>
        </p:nvSpPr>
        <p:spPr>
          <a:xfrm>
            <a:off x="8023924" y="1946459"/>
            <a:ext cx="3138186" cy="451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067180" y="4073895"/>
            <a:ext cx="3138186" cy="448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87503" y="1593014"/>
            <a:ext cx="10216994" cy="3710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학습되어 있는 모델에 사용자가 추가한 데이터 일부를 학습시켜 원하는 모델을 만드는 기술인 전이 학습을 사용하여 빠른 속도로 학습한다</a:t>
            </a:r>
            <a:r>
              <a:rPr lang="en-US" altLang="ko-KR" sz="2400">
                <a:solidFill>
                  <a:schemeClr val="dk1"/>
                </a:solidFill>
              </a:rPr>
              <a:t>.</a:t>
            </a: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데이터의 양이 충분하지 않아도 원하는 결과를 얻을 수 있다</a:t>
            </a:r>
            <a:r>
              <a:rPr lang="en-US" altLang="ko-KR" sz="2400">
                <a:solidFill>
                  <a:schemeClr val="dk1"/>
                </a:solidFill>
              </a:rPr>
              <a:t>.</a:t>
            </a: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8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57915" y="4153408"/>
            <a:ext cx="3138186" cy="31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0" y="214312"/>
            <a:ext cx="12056410" cy="6473359"/>
            <a:chOff x="0" y="214312"/>
            <a:chExt cx="12056410" cy="6473359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0" y="214312"/>
              <a:ext cx="12056410" cy="6473359"/>
              <a:chOff x="0" y="214312"/>
              <a:chExt cx="12056410" cy="6473359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0" y="214312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인식할 품목 학습 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55" name="직사각형 154"/>
          <p:cNvSpPr/>
          <p:nvPr/>
        </p:nvSpPr>
        <p:spPr>
          <a:xfrm>
            <a:off x="8023924" y="1946459"/>
            <a:ext cx="3138186" cy="451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067180" y="4073895"/>
            <a:ext cx="3138186" cy="448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87503" y="1593015"/>
            <a:ext cx="10216994" cy="4253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계란</a:t>
            </a: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닭가슴살</a:t>
            </a: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두부</a:t>
            </a: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버터</a:t>
            </a: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우유</a:t>
            </a: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치즈</a:t>
            </a: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8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57915" y="4153408"/>
            <a:ext cx="3138186" cy="31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16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03788" y="1515853"/>
            <a:ext cx="8541325" cy="4999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7956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en-US" altLang="ko-KR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Teachable Machine</a:t>
                </a: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 모델 변환 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55" name="직사각형 154"/>
          <p:cNvSpPr/>
          <p:nvPr/>
        </p:nvSpPr>
        <p:spPr>
          <a:xfrm>
            <a:off x="8023924" y="1946459"/>
            <a:ext cx="3138186" cy="451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067180" y="4073895"/>
            <a:ext cx="3138186" cy="448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87503" y="1593014"/>
            <a:ext cx="10216994" cy="2605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앱에서 사용하기 위해 </a:t>
            </a:r>
            <a:r>
              <a:rPr lang="en-US" altLang="ko-KR" sz="2400">
                <a:solidFill>
                  <a:schemeClr val="dk1"/>
                </a:solidFill>
              </a:rPr>
              <a:t>Tensorflow Lite </a:t>
            </a:r>
            <a:r>
              <a:rPr lang="ko-KR" altLang="en-US" sz="2400">
                <a:solidFill>
                  <a:schemeClr val="dk1"/>
                </a:solidFill>
              </a:rPr>
              <a:t>모델로 변환한다</a:t>
            </a:r>
            <a:r>
              <a:rPr lang="en-US" altLang="ko-KR" sz="2400">
                <a:solidFill>
                  <a:schemeClr val="dk1"/>
                </a:solidFill>
              </a:rPr>
              <a:t>.</a:t>
            </a: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8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57915" y="4153408"/>
            <a:ext cx="3138186" cy="31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16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505373" y="2322888"/>
            <a:ext cx="8553880" cy="4301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6051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코드 시연 영상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55" name="직사각형 154"/>
          <p:cNvSpPr/>
          <p:nvPr/>
        </p:nvSpPr>
        <p:spPr>
          <a:xfrm>
            <a:off x="8023924" y="1946459"/>
            <a:ext cx="3138186" cy="451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067180" y="4073895"/>
            <a:ext cx="3138186" cy="448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87503" y="1593014"/>
            <a:ext cx="10216994" cy="2605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dk1"/>
                </a:solidFill>
              </a:rPr>
              <a:t>사용한 프로그램</a:t>
            </a:r>
            <a:r>
              <a:rPr lang="en-US" altLang="ko-KR" sz="2400">
                <a:solidFill>
                  <a:schemeClr val="dk1"/>
                </a:solidFill>
              </a:rPr>
              <a:t>-</a:t>
            </a:r>
            <a:r>
              <a:rPr lang="ko-KR" altLang="en-US" sz="2400">
                <a:solidFill>
                  <a:schemeClr val="dk1"/>
                </a:solidFill>
              </a:rPr>
              <a:t>안드로이드 스튜디오</a:t>
            </a: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8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57915" y="4153408"/>
            <a:ext cx="3138186" cy="31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13671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r>
                  <a:rPr lang="ko-KR" altLang="en-US" sz="48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계획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53316" y="1431787"/>
          <a:ext cx="11158030" cy="472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967"/>
                <a:gridCol w="929967"/>
                <a:gridCol w="929967"/>
                <a:gridCol w="929967"/>
                <a:gridCol w="929967"/>
                <a:gridCol w="928393"/>
                <a:gridCol w="929967"/>
                <a:gridCol w="929967"/>
                <a:gridCol w="929967"/>
                <a:gridCol w="929967"/>
                <a:gridCol w="929967"/>
                <a:gridCol w="929967"/>
              </a:tblGrid>
              <a:tr h="53102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en-US" altLang="ko-KR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8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(2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학기</a:t>
                      </a: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)</a:t>
                      </a:r>
                      <a:endParaRPr lang="en-US" altLang="ko-KR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12</a:t>
                      </a:r>
                      <a:r>
                        <a:rPr lang="ko-KR" altLang="en-US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ko-KR" altLang="en-US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90676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64391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" name="사각형: 둥근 모서리 61"/>
          <p:cNvSpPr/>
          <p:nvPr/>
        </p:nvSpPr>
        <p:spPr>
          <a:xfrm>
            <a:off x="2495416" y="2723996"/>
            <a:ext cx="1890068" cy="101192"/>
          </a:xfrm>
          <a:prstGeom prst="roundRect">
            <a:avLst>
              <a:gd name="adj" fmla="val 50000"/>
            </a:avLst>
          </a:prstGeom>
          <a:solidFill>
            <a:srgbClr val="e8d8ca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4" name="설명선: 굽은 선(테두리 없음) 63"/>
          <p:cNvSpPr/>
          <p:nvPr/>
        </p:nvSpPr>
        <p:spPr>
          <a:xfrm>
            <a:off x="4572343" y="2161976"/>
            <a:ext cx="2497686" cy="406698"/>
          </a:xfrm>
          <a:prstGeom prst="callout2">
            <a:avLst>
              <a:gd name="adj1" fmla="val 49936"/>
              <a:gd name="adj2" fmla="val -1357"/>
              <a:gd name="adj3" fmla="val 51885"/>
              <a:gd name="adj4" fmla="val -17136"/>
              <a:gd name="adj5" fmla="val 137189"/>
              <a:gd name="adj6" fmla="val -29181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1500" b="1">
                <a:solidFill>
                  <a:srgbClr val="725032"/>
                </a:solidFill>
              </a:rPr>
              <a:t>주제 선정 </a:t>
            </a:r>
            <a:r>
              <a:rPr lang="en-US" altLang="ko-KR" sz="1500" b="1">
                <a:solidFill>
                  <a:srgbClr val="725032"/>
                </a:solidFill>
              </a:rPr>
              <a:t>&amp;</a:t>
            </a:r>
            <a:r>
              <a:rPr lang="ko-KR" altLang="en-US" sz="1500" b="1">
                <a:solidFill>
                  <a:srgbClr val="725032"/>
                </a:solidFill>
              </a:rPr>
              <a:t> 세부 계획</a:t>
            </a:r>
            <a:endParaRPr lang="ko-KR" altLang="en-US" sz="1500" b="1">
              <a:solidFill>
                <a:srgbClr val="725032"/>
              </a:solidFill>
            </a:endParaRPr>
          </a:p>
        </p:txBody>
      </p:sp>
      <p:sp>
        <p:nvSpPr>
          <p:cNvPr id="65" name="사각형: 둥근 모서리 64"/>
          <p:cNvSpPr/>
          <p:nvPr/>
        </p:nvSpPr>
        <p:spPr>
          <a:xfrm>
            <a:off x="4383428" y="3476026"/>
            <a:ext cx="1817301" cy="90371"/>
          </a:xfrm>
          <a:prstGeom prst="roundRect">
            <a:avLst>
              <a:gd name="adj" fmla="val 50000"/>
            </a:avLst>
          </a:prstGeom>
          <a:solidFill>
            <a:srgbClr val="e8d8ca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6" name="사각형: 둥근 모서리 65"/>
          <p:cNvSpPr/>
          <p:nvPr/>
        </p:nvSpPr>
        <p:spPr>
          <a:xfrm>
            <a:off x="6162980" y="3339446"/>
            <a:ext cx="74519" cy="39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8" name="사각형: 둥근 모서리 67"/>
          <p:cNvSpPr/>
          <p:nvPr/>
        </p:nvSpPr>
        <p:spPr>
          <a:xfrm>
            <a:off x="6226682" y="4282129"/>
            <a:ext cx="1884681" cy="101192"/>
          </a:xfrm>
          <a:prstGeom prst="roundRect">
            <a:avLst>
              <a:gd name="adj" fmla="val 50000"/>
            </a:avLst>
          </a:prstGeom>
          <a:solidFill>
            <a:srgbClr val="ff8356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1" name="사각형: 둥근 모서리 70"/>
          <p:cNvSpPr/>
          <p:nvPr/>
        </p:nvSpPr>
        <p:spPr>
          <a:xfrm>
            <a:off x="8111619" y="4836785"/>
            <a:ext cx="1808914" cy="112016"/>
          </a:xfrm>
          <a:prstGeom prst="roundRect">
            <a:avLst>
              <a:gd name="adj" fmla="val 50000"/>
            </a:avLst>
          </a:prstGeom>
          <a:solidFill>
            <a:srgbClr val="e8d8ca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3" name="설명선: 굽은 선(테두리 없음) 72"/>
          <p:cNvSpPr/>
          <p:nvPr/>
        </p:nvSpPr>
        <p:spPr>
          <a:xfrm>
            <a:off x="9752127" y="4358326"/>
            <a:ext cx="1978142" cy="352578"/>
          </a:xfrm>
          <a:prstGeom prst="callout2">
            <a:avLst>
              <a:gd name="adj1" fmla="val 49936"/>
              <a:gd name="adj2" fmla="val -1357"/>
              <a:gd name="adj3" fmla="val 51885"/>
              <a:gd name="adj4" fmla="val -17136"/>
              <a:gd name="adj5" fmla="val 137189"/>
              <a:gd name="adj6" fmla="val -29181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1500" b="1">
                <a:solidFill>
                  <a:srgbClr val="725032"/>
                </a:solidFill>
              </a:rPr>
              <a:t>코드 작성 및 구현</a:t>
            </a:r>
            <a:endParaRPr lang="ko-KR" altLang="en-US" sz="1500" b="1">
              <a:solidFill>
                <a:srgbClr val="725032"/>
              </a:solidFill>
            </a:endParaRPr>
          </a:p>
        </p:txBody>
      </p:sp>
      <p:sp>
        <p:nvSpPr>
          <p:cNvPr id="74" name="설명선: 굽은 선(테두리 없음) 63"/>
          <p:cNvSpPr/>
          <p:nvPr/>
        </p:nvSpPr>
        <p:spPr>
          <a:xfrm>
            <a:off x="6524968" y="2895401"/>
            <a:ext cx="2844050" cy="406698"/>
          </a:xfrm>
          <a:prstGeom prst="callout2">
            <a:avLst>
              <a:gd name="adj1" fmla="val 49936"/>
              <a:gd name="adj2" fmla="val -1357"/>
              <a:gd name="adj3" fmla="val 51885"/>
              <a:gd name="adj4" fmla="val -17136"/>
              <a:gd name="adj5" fmla="val 137189"/>
              <a:gd name="adj6" fmla="val -29181"/>
            </a:avLst>
          </a:prstGeom>
          <a:noFill/>
          <a:ln w="12700" cap="flat" cmpd="sng" algn="ctr">
            <a:solidFill>
              <a:srgbClr val="404040">
                <a:alpha val="100000"/>
              </a:srgbClr>
            </a:solidFill>
            <a:prstDash val="solid"/>
            <a:miter/>
            <a:tailEnd type="oval"/>
          </a:ln>
        </p:spPr>
        <p:txBody>
          <a:bodyPr anchor="ctr"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725032"/>
                </a:solidFill>
                <a:latin typeface="맑은 고딕"/>
                <a:ea typeface="맑은 고딕"/>
                <a:cs typeface="맑은 고딕"/>
              </a:rPr>
              <a:t>이미지 인식 코드 작성 및 구현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72503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5" name="설명선: 굽은 선(테두리 없음) 63"/>
          <p:cNvSpPr/>
          <p:nvPr/>
        </p:nvSpPr>
        <p:spPr>
          <a:xfrm>
            <a:off x="8277568" y="3733601"/>
            <a:ext cx="2497686" cy="406698"/>
          </a:xfrm>
          <a:prstGeom prst="callout2">
            <a:avLst>
              <a:gd name="adj1" fmla="val 49936"/>
              <a:gd name="adj2" fmla="val -1357"/>
              <a:gd name="adj3" fmla="val 51885"/>
              <a:gd name="adj4" fmla="val -17136"/>
              <a:gd name="adj5" fmla="val 137189"/>
              <a:gd name="adj6" fmla="val -29181"/>
            </a:avLst>
          </a:prstGeom>
          <a:noFill/>
          <a:ln w="12700" cap="flat" cmpd="sng" algn="ctr">
            <a:solidFill>
              <a:srgbClr val="404040">
                <a:alpha val="100000"/>
              </a:srgbClr>
            </a:solidFill>
            <a:prstDash val="solid"/>
            <a:miter/>
            <a:tailEnd type="oval"/>
          </a:ln>
        </p:spPr>
        <p:txBody>
          <a:bodyPr anchor="ctr"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725032"/>
                </a:solidFill>
                <a:latin typeface="맑은 고딕"/>
                <a:ea typeface="맑은 고딕"/>
                <a:cs typeface="맑은 고딕"/>
              </a:rPr>
              <a:t>UI/UX</a:t>
            </a: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725032"/>
                </a:solidFill>
                <a:latin typeface="맑은 고딕"/>
                <a:ea typeface="맑은 고딕"/>
                <a:cs typeface="맑은 고딕"/>
              </a:rPr>
              <a:t> 구성 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72503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6" name="사각형: 둥근 모서리 64"/>
          <p:cNvSpPr/>
          <p:nvPr/>
        </p:nvSpPr>
        <p:spPr>
          <a:xfrm>
            <a:off x="9965078" y="5419125"/>
            <a:ext cx="1557528" cy="90371"/>
          </a:xfrm>
          <a:prstGeom prst="roundRect">
            <a:avLst>
              <a:gd name="adj" fmla="val 50000"/>
            </a:avLst>
          </a:prstGeom>
          <a:solidFill>
            <a:srgbClr val="e8d8ca">
              <a:alpha val="100000"/>
            </a:srgbClr>
          </a:solidFill>
          <a:ln w="19050" cap="flat" cmpd="sng" algn="ctr">
            <a:solidFill>
              <a:srgbClr val="404040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8" name="설명선: 굽은 선(테두리 없음) 72"/>
          <p:cNvSpPr/>
          <p:nvPr/>
        </p:nvSpPr>
        <p:spPr>
          <a:xfrm>
            <a:off x="10999902" y="4929826"/>
            <a:ext cx="1101410" cy="352578"/>
          </a:xfrm>
          <a:prstGeom prst="callout2">
            <a:avLst>
              <a:gd name="adj1" fmla="val 49936"/>
              <a:gd name="adj2" fmla="val -1357"/>
              <a:gd name="adj3" fmla="val 51885"/>
              <a:gd name="adj4" fmla="val -17136"/>
              <a:gd name="adj5" fmla="val 137189"/>
              <a:gd name="adj6" fmla="val -29181"/>
            </a:avLst>
          </a:prstGeom>
          <a:noFill/>
          <a:ln w="12700" cap="flat" cmpd="sng" algn="ctr">
            <a:solidFill>
              <a:srgbClr val="404040">
                <a:alpha val="100000"/>
              </a:srgbClr>
            </a:solidFill>
            <a:prstDash val="solid"/>
            <a:miter/>
            <a:tailEnd type="oval"/>
          </a:ln>
        </p:spPr>
        <p:txBody>
          <a:bodyPr anchor="ctr"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725032"/>
                </a:solidFill>
                <a:latin typeface="맑은 고딕"/>
                <a:ea typeface="맑은 고딕"/>
                <a:cs typeface="맑은 고딕"/>
              </a:rPr>
              <a:t>마무리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72503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7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rot="0">
            <a:off x="60515" y="209549"/>
            <a:ext cx="11995895" cy="6478123"/>
            <a:chOff x="60515" y="209549"/>
            <a:chExt cx="11995895" cy="6478123"/>
          </a:xfrm>
        </p:grpSpPr>
        <p:grpSp>
          <p:nvGrpSpPr>
            <p:cNvPr id="56" name="그룹 55"/>
            <p:cNvGrpSpPr/>
            <p:nvPr/>
          </p:nvGrpSpPr>
          <p:grpSpPr>
            <a:xfrm rot="0">
              <a:off x="171451" y="209549"/>
              <a:ext cx="11884959" cy="6478123"/>
              <a:chOff x="171451" y="209549"/>
              <a:chExt cx="11884959" cy="6478123"/>
            </a:xfrm>
          </p:grpSpPr>
          <p:sp>
            <p:nvSpPr>
              <p:cNvPr id="6" name="사각형: 둥근 모서리 5"/>
              <p:cNvSpPr/>
              <p:nvPr/>
            </p:nvSpPr>
            <p:spPr>
              <a:xfrm>
                <a:off x="412378" y="344022"/>
                <a:ext cx="11644032" cy="6343650"/>
              </a:xfrm>
              <a:prstGeom prst="roundRect">
                <a:avLst>
                  <a:gd name="adj" fmla="val 2744"/>
                </a:avLst>
              </a:prstGeom>
              <a:solidFill>
                <a:srgbClr val="1f3d33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사각형: 둥근 모서리 6"/>
              <p:cNvSpPr/>
              <p:nvPr/>
            </p:nvSpPr>
            <p:spPr>
              <a:xfrm>
                <a:off x="171451" y="209549"/>
                <a:ext cx="11849098" cy="6429375"/>
              </a:xfrm>
              <a:prstGeom prst="roundRect">
                <a:avLst>
                  <a:gd name="adj" fmla="val 2648"/>
                </a:avLst>
              </a:prstGeom>
              <a:solidFill>
                <a:schemeClr val="bg1"/>
              </a:solidFill>
              <a:ln w="25400">
                <a:solidFill>
                  <a:srgbClr val="1636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0" anchor="t"/>
              <a:lstStyle/>
              <a:p>
                <a:pPr marL="0" lvl="2" algn="ctr">
                  <a:defRPr/>
                </a:pPr>
                <a:endParaRPr lang="en-US" altLang="ko-KR" sz="66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66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r>
                  <a:rPr lang="en-US" altLang="ko-KR" sz="80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Q&amp;A</a:t>
                </a:r>
                <a:r>
                  <a:rPr lang="ko-KR" altLang="en-US" sz="8000" b="1" kern="0">
                    <a:solidFill>
                      <a:srgbClr val="ff8356"/>
                    </a:solidFill>
                    <a:latin typeface="Tmon몬소리 Black"/>
                    <a:ea typeface="Tmon몬소리 Black"/>
                  </a:rPr>
                  <a:t> </a:t>
                </a:r>
                <a:endParaRPr lang="ko-KR" altLang="en-US" sz="4800" b="1" kern="0">
                  <a:solidFill>
                    <a:srgbClr val="ff8356"/>
                  </a:solidFill>
                  <a:latin typeface="Tmon몬소리 Black"/>
                  <a:ea typeface="Tmon몬소리 Black"/>
                </a:endParaRPr>
              </a:p>
              <a:p>
                <a:pPr marL="0" lvl="2" algn="ctr">
                  <a:defRPr/>
                </a:pPr>
                <a:endParaRPr lang="en-US" altLang="ko-KR" sz="800" i="1" kern="0">
                  <a:solidFill>
                    <a:srgbClr val="ff8356"/>
                  </a:solidFill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 rot="0">
              <a:off x="60515" y="245772"/>
              <a:ext cx="509038" cy="6336000"/>
              <a:chOff x="60515" y="245772"/>
              <a:chExt cx="509038" cy="6336000"/>
            </a:xfrm>
          </p:grpSpPr>
          <p:sp>
            <p:nvSpPr>
              <p:cNvPr id="53" name="사각형: 둥근 위쪽 모서리 52"/>
              <p:cNvSpPr/>
              <p:nvPr/>
            </p:nvSpPr>
            <p:spPr>
              <a:xfrm rot="16200000">
                <a:off x="-2778447" y="3233772"/>
                <a:ext cx="6336000" cy="360000"/>
              </a:xfrm>
              <a:prstGeom prst="round2SameRect">
                <a:avLst>
                  <a:gd name="adj1" fmla="val 38889"/>
                  <a:gd name="adj2" fmla="val 0"/>
                </a:avLst>
              </a:prstGeom>
              <a:solidFill>
                <a:srgbClr val="f7f3ef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0">
                <a:off x="60515" y="461964"/>
                <a:ext cx="391923" cy="5942734"/>
                <a:chOff x="60515" y="528639"/>
                <a:chExt cx="391923" cy="5942734"/>
              </a:xfrm>
            </p:grpSpPr>
            <p:grpSp>
              <p:nvGrpSpPr>
                <p:cNvPr id="10" name="그룹 9"/>
                <p:cNvGrpSpPr/>
                <p:nvPr/>
              </p:nvGrpSpPr>
              <p:grpSpPr>
                <a:xfrm rot="0">
                  <a:off x="60515" y="52863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8" name="타원 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9" name="사각형: 둥근 모서리 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1" name="그룹 10"/>
                <p:cNvGrpSpPr/>
                <p:nvPr/>
              </p:nvGrpSpPr>
              <p:grpSpPr>
                <a:xfrm rot="0">
                  <a:off x="60515" y="942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2" name="타원 1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3" name="사각형: 둥근 모서리 1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4" name="그룹 13"/>
                <p:cNvGrpSpPr/>
                <p:nvPr/>
              </p:nvGrpSpPr>
              <p:grpSpPr>
                <a:xfrm rot="0">
                  <a:off x="60515" y="135586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5" name="타원 1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6" name="사각형: 둥근 모서리 1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17" name="그룹 16"/>
                <p:cNvGrpSpPr/>
                <p:nvPr/>
              </p:nvGrpSpPr>
              <p:grpSpPr>
                <a:xfrm rot="0">
                  <a:off x="60515" y="176948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18" name="타원 1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사각형: 둥근 모서리 1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0" name="그룹 19"/>
                <p:cNvGrpSpPr/>
                <p:nvPr/>
              </p:nvGrpSpPr>
              <p:grpSpPr>
                <a:xfrm rot="0">
                  <a:off x="60515" y="218309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1" name="타원 2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" name="사각형: 둥근 모서리 2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 rot="0">
                  <a:off x="60515" y="259671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4" name="타원 23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사각형: 둥근 모서리 24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 rot="0">
                  <a:off x="60515" y="301032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27" name="타원 26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" name="사각형: 둥근 모서리 27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29" name="그룹 28"/>
                <p:cNvGrpSpPr/>
                <p:nvPr/>
              </p:nvGrpSpPr>
              <p:grpSpPr>
                <a:xfrm rot="0">
                  <a:off x="60515" y="342394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0" name="타원 29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1" name="사각형: 둥근 모서리 30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2" name="그룹 31"/>
                <p:cNvGrpSpPr/>
                <p:nvPr/>
              </p:nvGrpSpPr>
              <p:grpSpPr>
                <a:xfrm rot="0">
                  <a:off x="60515" y="383755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4" name="사각형: 둥근 모서리 33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5" name="그룹 34"/>
                <p:cNvGrpSpPr/>
                <p:nvPr/>
              </p:nvGrpSpPr>
              <p:grpSpPr>
                <a:xfrm rot="0">
                  <a:off x="60515" y="425117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사각형: 둥근 모서리 36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 rot="0">
                  <a:off x="60515" y="466478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0" name="사각형: 둥근 모서리 39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1" name="그룹 40"/>
                <p:cNvGrpSpPr/>
                <p:nvPr/>
              </p:nvGrpSpPr>
              <p:grpSpPr>
                <a:xfrm rot="0">
                  <a:off x="60515" y="507840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2" name="타원 41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3" name="사각형: 둥근 모서리 42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4" name="그룹 43"/>
                <p:cNvGrpSpPr/>
                <p:nvPr/>
              </p:nvGrpSpPr>
              <p:grpSpPr>
                <a:xfrm rot="0">
                  <a:off x="60515" y="5492019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5" name="타원 44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6" name="사각형: 둥근 모서리 45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47" name="그룹 46"/>
                <p:cNvGrpSpPr/>
                <p:nvPr/>
              </p:nvGrpSpPr>
              <p:grpSpPr>
                <a:xfrm rot="0">
                  <a:off x="60515" y="590563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48" name="타원 47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사각형: 둥근 모서리 48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그룹 49"/>
                <p:cNvGrpSpPr/>
                <p:nvPr/>
              </p:nvGrpSpPr>
              <p:grpSpPr>
                <a:xfrm rot="0">
                  <a:off x="60515" y="6319254"/>
                  <a:ext cx="391923" cy="152119"/>
                  <a:chOff x="60515" y="528639"/>
                  <a:chExt cx="391923" cy="152119"/>
                </a:xfrm>
              </p:grpSpPr>
              <p:sp>
                <p:nvSpPr>
                  <p:cNvPr id="51" name="타원 50"/>
                  <p:cNvSpPr/>
                  <p:nvPr/>
                </p:nvSpPr>
                <p:spPr>
                  <a:xfrm>
                    <a:off x="300319" y="528639"/>
                    <a:ext cx="152119" cy="152119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2" name="사각형: 둥근 모서리 51"/>
                  <p:cNvSpPr/>
                  <p:nvPr/>
                </p:nvSpPr>
                <p:spPr>
                  <a:xfrm>
                    <a:off x="60515" y="568698"/>
                    <a:ext cx="324000" cy="72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55" name="직사각형 154"/>
          <p:cNvSpPr/>
          <p:nvPr/>
        </p:nvSpPr>
        <p:spPr>
          <a:xfrm>
            <a:off x="8023924" y="1946459"/>
            <a:ext cx="3138186" cy="451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067180" y="4073895"/>
            <a:ext cx="3138186" cy="448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6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87502" y="1549720"/>
            <a:ext cx="10216994" cy="1505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ko-KR" altLang="en-US" sz="24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280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57915" y="4153408"/>
            <a:ext cx="3138186" cy="311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ko-KR" altLang="en-US" sz="1000">
                <a:solidFill>
                  <a:prstClr val="white">
                    <a:lumMod val="75000"/>
                  </a:prstClr>
                </a:solidFill>
              </a:rPr>
              <a:t> </a:t>
            </a:r>
            <a:endParaRPr lang="ko-KR" altLang="en-US" sz="1000">
              <a:solidFill>
                <a:prstClr val="white">
                  <a:lumMod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187</ep:Words>
  <ep:PresentationFormat>와이드스크린</ep:PresentationFormat>
  <ep:Paragraphs>37</ep:Paragraphs>
  <ep:Slides>10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1_Office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2023-02-06T07:18:11.000</dcterms:created>
  <dc:creator>Microsoft 계정</dc:creator>
  <cp:lastModifiedBy>ksm46</cp:lastModifiedBy>
  <dcterms:modified xsi:type="dcterms:W3CDTF">2025-06-11T12:12:15.366</dcterms:modified>
  <cp:revision>27</cp:revision>
  <dc:title>PowerPoint 프레젠테이션</dc:title>
  <cp:version/>
</cp:coreProperties>
</file>